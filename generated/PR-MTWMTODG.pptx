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Proposal PR-MTWMTODG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Client 8 Pvt Ltd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Variant: Variant 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Total Amount: ₹157500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GST Amount: ₹28350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Monthly Amount: ₹157500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Media Count: 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Selected Media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City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Gantry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Chennai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#58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Gantry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Chennai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available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Unipole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Bengaluru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#57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Unipole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Bengaluru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available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2026-09-11T07:25:54Z</dcterms:created>
  <dcterms:modified xsi:type="dcterms:W3CDTF">2026-09-11T07:25:54Z</dcterms:modified>
</cp:coreProperties>
</file>