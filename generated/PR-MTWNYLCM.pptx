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Proposal PR-MTWNYLCM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Client 4 Pvt Ltd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Variant: Variant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Total Amount: ₹302000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GST Amount: ₹54360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Monthly Amount: ₹302000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Media Count: 4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Selected Media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City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Gantry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Chennai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#58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Gantry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Chennai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available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Bengaluru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#57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Bengaluru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available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Bengaluru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#47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Bengaluru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available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Bengaluru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#42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Bengaluru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available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2026-09-11T07:57:44Z</dcterms:created>
  <dcterms:modified xsi:type="dcterms:W3CDTF">2026-09-11T07:57:44Z</dcterms:modified>
</cp:coreProperties>
</file>