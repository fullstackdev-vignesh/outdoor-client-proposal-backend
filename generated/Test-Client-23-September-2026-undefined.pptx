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2.xml" ContentType="application/vnd.openxmlformats-officedocument.presentationml.slideLayout+xml"/>
  <Default Extension="wdp" ContentType="image/vnd.ms-photo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docProps/core.xml" ContentType="application/vnd.openxmlformats-package.core-properties+xml"/>
  <Default Extension="jpg" ContentType="image/jpeg"/>
  <Default Extension="webp" ContentType="image/webp"/>
  <Override ContentType="application/vnd.openxmlformats-officedocument.presentationml.slide+xml" PartName="/ppt/slides/slide_gen_9000.xml"/>
  <Override ContentType="application/vnd.openxmlformats-officedocument.presentationml.slide+xml" PartName="/ppt/slides/slide_gen_9001.xml"/>
  <Override ContentType="application/vnd.openxmlformats-officedocument.presentationml.slide+xml" PartName="/ppt/slides/slide_gen_9002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900" r:id="rId2"/>
    <p:sldId id="901" r:id="rIdGen9000"/>
    <p:sldId id="902" r:id="rIdGen9001"/>
    <p:sldId id="903" r:id="rIdGen9002"/>
    <p:sldId id="904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4890" autoAdjust="0"/>
    <p:restoredTop sz="94660"/>
  </p:normalViewPr>
  <p:slideViewPr>
    <p:cSldViewPr snapToGrid="0">
      <p:cViewPr>
        <p:scale>
          <a:sx n="75" d="100"/>
          <a:sy n="75" d="100"/>
        </p:scale>
        <p:origin x="-979" y="-36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Gen9000" Target="slides/slide_gen_9000.xml" Type="http://schemas.openxmlformats.org/officeDocument/2006/relationships/slide"/><Relationship Id="rIdGen9001" Target="slides/slide_gen_9001.xml" Type="http://schemas.openxmlformats.org/officeDocument/2006/relationships/slide"/><Relationship Id="rIdGen9002" Target="slides/slide_gen_9002.xml" Type="http://schemas.openxmlformats.org/officeDocument/2006/relationships/slide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shagra Nigam" userId="8e41e0b2-9300-4858-8697-a1ff0d5c5f42" providerId="ADAL" clId="{1C8CB582-B511-4CE3-9445-EA8D9C632660}"/>
    <pc:docChg chg="custSel addSld delSld modSld sldOrd">
      <pc:chgData name="Kushagra Nigam" userId="8e41e0b2-9300-4858-8697-a1ff0d5c5f42" providerId="ADAL" clId="{1C8CB582-B511-4CE3-9445-EA8D9C632660}" dt="2026-08-24T06:15:37.091" v="291"/>
      <pc:docMkLst>
        <pc:docMk/>
      </pc:docMkLst>
      <pc:sldChg chg="ord">
        <pc:chgData name="Kushagra Nigam" userId="8e41e0b2-9300-4858-8697-a1ff0d5c5f42" providerId="ADAL" clId="{1C8CB582-B511-4CE3-9445-EA8D9C632660}" dt="2026-08-24T06:15:37.091" v="291"/>
        <pc:sldMkLst>
          <pc:docMk/>
          <pc:sldMk cId="4046656547" sldId="278"/>
        </pc:sldMkLst>
      </pc:sldChg>
      <pc:sldChg chg="add ord">
        <pc:chgData name="Kushagra Nigam" userId="8e41e0b2-9300-4858-8697-a1ff0d5c5f42" providerId="ADAL" clId="{1C8CB582-B511-4CE3-9445-EA8D9C632660}" dt="2026-07-27T08:49:19.319" v="285"/>
        <pc:sldMkLst>
          <pc:docMk/>
          <pc:sldMk cId="697673989" sldId="458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201374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88854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186777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109463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343580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845768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71048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408181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558917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508645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782677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C9310-2864-4747-9660-A87EDBC763CC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7F3334-D087-4E7B-8811-103E9DDD62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268512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71DC1A-3E6A-4AEE-B534-C9F6E95E1459}" type="datetimeFigureOut">
              <a:rPr lang="en-US" smtClean="0"/>
              <a:pPr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43702C-EEA8-4FFA-81C4-30B2516D59F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="" xmlns:a16="http://schemas.microsoft.com/office/drawing/2014/main" id="{95D27694-DD0B-8FB6-BDA3-4E3A02F06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BEBA8EAE-BF5A-486C-A8C5-ECC9F3942E4B}">
                <a14:imgProps xmlns="" xmlns:a14="http://schemas.microsoft.com/office/drawing/2010/main">
                  <a14:imgLayer r:embed="rId15">
                    <a14:imgEffect>
                      <a14:saturation sat="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="" xmlns:a14="http://schemas.microsoft.com/office/drawing/2010/main"/>
              </a:ext>
            </a:extLst>
          </a:blip>
          <a:srcRect/>
          <a:stretch/>
        </p:blipFill>
        <p:spPr>
          <a:xfrm>
            <a:off x="1723580" y="2983749"/>
            <a:ext cx="8741664" cy="3873357"/>
          </a:xfrm>
          <a:prstGeom prst="rect">
            <a:avLst/>
          </a:prstGeom>
        </p:spPr>
      </p:pic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="" xmlns:a16="http://schemas.microsoft.com/office/drawing/2014/main" id="{BD209F60-77C3-4CBA-54B8-8D476A70B947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email">
            <a:extLst>
              <a:ext uri="{28A0092B-C50C-407E-A947-70E740481C1C}">
                <a14:useLocalDpi xmlns=""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62010" y="6033034"/>
            <a:ext cx="904308" cy="72189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721077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_gen_9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_gen_9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_gen_90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105561"/>
            <a:ext cx="12192001" cy="132343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New Client </a:t>
            </a:r>
          </a:p>
          <a:p>
            <a:pPr algn="ctr"/>
            <a:r>
              <a:rPr lang="en-US" sz="4000" b="1" dirty="0"/>
              <a:t>Plan – PPT</a:t>
            </a:r>
          </a:p>
        </p:txBody>
      </p:sp>
    </p:spTree>
    <p:extLst>
      <p:ext uri="{BB962C8B-B14F-4D97-AF65-F5344CB8AC3E}">
        <p14:creationId xmlns="" xmlns:p14="http://schemas.microsoft.com/office/powerpoint/2010/main" val="404665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BE30282-AB3C-D235-BF28-FB8B6E623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A0703B05-5D76-880D-B729-6D58B159872F}"/>
              </a:ext>
            </a:extLst>
          </p:cNvPr>
          <p:cNvSpPr/>
          <p:nvPr/>
        </p:nvSpPr>
        <p:spPr>
          <a:xfrm>
            <a:off x="1524000" y="2721114"/>
            <a:ext cx="9144000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State – Tamil Nadu</a:t>
            </a:r>
          </a:p>
        </p:txBody>
      </p:sp>
    </p:spTree>
    <p:extLst>
      <p:ext uri="{BB962C8B-B14F-4D97-AF65-F5344CB8AC3E}">
        <p14:creationId xmlns="" xmlns:p14="http://schemas.microsoft.com/office/powerpoint/2010/main" val="697673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smtClean="0"/>
              <a:t>Coimbatore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>
                <a:latin typeface="+mn-lt"/>
              </a:rPr>
              <a:t>Trichy</a:t>
            </a:r>
            <a:r>
              <a:rPr lang="en-US" sz="2000" dirty="0" smtClean="0">
                <a:latin typeface="+mn-lt"/>
              </a:rPr>
              <a:t> Road – </a:t>
            </a:r>
            <a:r>
              <a:rPr lang="en-US" sz="2000" dirty="0" err="1" smtClean="0">
                <a:latin typeface="+mn-lt"/>
              </a:rPr>
              <a:t>Radha</a:t>
            </a:r>
            <a:r>
              <a:rPr lang="en-US" sz="2000" dirty="0" smtClean="0">
                <a:latin typeface="+mn-lt"/>
              </a:rPr>
              <a:t> </a:t>
            </a:r>
            <a:r>
              <a:rPr lang="en-US" sz="2000" dirty="0" err="1" smtClean="0">
                <a:latin typeface="+mn-lt"/>
              </a:rPr>
              <a:t>Rani</a:t>
            </a:r>
            <a:r>
              <a:rPr lang="en-US" sz="2000" dirty="0" smtClean="0">
                <a:latin typeface="+mn-lt"/>
              </a:rPr>
              <a:t> Theatre Bus Stop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xmlns="" id="{B57847B6-3C07-25AC-F666-1440140D895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>
                <a:latin typeface="+mn-lt"/>
              </a:rPr>
              <a:t>Trichy</a:t>
            </a:r>
            <a:r>
              <a:rPr lang="en-US" sz="2000" dirty="0" smtClean="0">
                <a:latin typeface="+mn-lt"/>
              </a:rPr>
              <a:t> Road – Boat House Towards </a:t>
            </a:r>
            <a:r>
              <a:rPr lang="en-US" sz="2000" dirty="0" err="1" smtClean="0">
                <a:latin typeface="+mn-lt"/>
              </a:rPr>
              <a:t>Ramanathapuram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xmlns="" id="{3928620F-C226-3E6A-E1D3-817D531276C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9039" b="9039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sz="2000" spc="-55" dirty="0" err="1" smtClean="0">
                <a:latin typeface="+mn-lt"/>
                <a:cs typeface="Arial Black"/>
              </a:rPr>
              <a:t>Uppilipalayam</a:t>
            </a:r>
            <a:r>
              <a:rPr lang="en-GB" sz="2000" spc="-70" dirty="0" smtClean="0">
                <a:latin typeface="+mn-lt"/>
                <a:cs typeface="Arial Black"/>
              </a:rPr>
              <a:t> </a:t>
            </a:r>
            <a:r>
              <a:rPr lang="en-GB" sz="2000" spc="-20" dirty="0" smtClean="0">
                <a:latin typeface="+mn-lt"/>
                <a:cs typeface="Arial Black"/>
              </a:rPr>
              <a:t>Junction</a:t>
            </a:r>
            <a:r>
              <a:rPr lang="en-GB" sz="2000" spc="-50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Bus</a:t>
            </a:r>
            <a:r>
              <a:rPr lang="en-GB" sz="2000" spc="-60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Stop</a:t>
            </a:r>
            <a:r>
              <a:rPr lang="en-GB" sz="2000" spc="25" dirty="0" smtClean="0">
                <a:latin typeface="+mn-lt"/>
                <a:cs typeface="Arial Black"/>
              </a:rPr>
              <a:t> </a:t>
            </a:r>
            <a:r>
              <a:rPr lang="en-GB" sz="2000" spc="-30" dirty="0" smtClean="0">
                <a:latin typeface="+mn-lt"/>
                <a:cs typeface="Arial Black"/>
              </a:rPr>
              <a:t>Towards</a:t>
            </a:r>
            <a:r>
              <a:rPr lang="en-GB" sz="2000" spc="-85" dirty="0" smtClean="0">
                <a:latin typeface="+mn-lt"/>
                <a:cs typeface="Arial Black"/>
              </a:rPr>
              <a:t> </a:t>
            </a:r>
            <a:r>
              <a:rPr lang="en-GB" sz="2000" spc="-10" dirty="0" err="1" smtClean="0">
                <a:latin typeface="+mn-lt"/>
                <a:cs typeface="Arial Black"/>
              </a:rPr>
              <a:t>Puliyakulam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object 3"/>
          <p:cNvPicPr>
            <a:picLocks noGrp="1"/>
          </p:cNvPicPr>
          <p:nvPr>
            <p:ph type="pic" idx="1"/>
          </p:nvPr>
        </p:nvPicPr>
        <p:blipFill>
          <a:blip r:embed="rId2" cstate="print"/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sz="2000" spc="-55" dirty="0" err="1" smtClean="0">
                <a:latin typeface="+mn-lt"/>
                <a:cs typeface="Arial Black"/>
              </a:rPr>
              <a:t>Sowripalayam</a:t>
            </a:r>
            <a:r>
              <a:rPr lang="en-GB" sz="2000" spc="-145" dirty="0" smtClean="0">
                <a:latin typeface="+mn-lt"/>
                <a:cs typeface="Arial Black"/>
              </a:rPr>
              <a:t> </a:t>
            </a:r>
            <a:r>
              <a:rPr lang="en-GB" sz="2000" spc="-10" dirty="0" smtClean="0">
                <a:latin typeface="+mn-lt"/>
                <a:cs typeface="Arial Black"/>
              </a:rPr>
              <a:t>Road</a:t>
            </a:r>
            <a:r>
              <a:rPr lang="en-GB" sz="2000" spc="-95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–</a:t>
            </a:r>
            <a:r>
              <a:rPr lang="en-GB" sz="2000" spc="-55" dirty="0" smtClean="0">
                <a:latin typeface="+mn-lt"/>
                <a:cs typeface="Arial Black"/>
              </a:rPr>
              <a:t> </a:t>
            </a:r>
            <a:r>
              <a:rPr lang="en-GB" sz="2000" dirty="0" err="1" smtClean="0">
                <a:latin typeface="+mn-lt"/>
                <a:cs typeface="Arial Black"/>
              </a:rPr>
              <a:t>Meena</a:t>
            </a:r>
            <a:r>
              <a:rPr lang="en-GB" sz="2000" spc="-40" dirty="0" smtClean="0">
                <a:latin typeface="+mn-lt"/>
                <a:cs typeface="Arial Black"/>
              </a:rPr>
              <a:t> </a:t>
            </a:r>
            <a:r>
              <a:rPr lang="en-GB" sz="2000" spc="-25" dirty="0" smtClean="0">
                <a:latin typeface="+mn-lt"/>
                <a:cs typeface="Arial Black"/>
              </a:rPr>
              <a:t>Estate</a:t>
            </a:r>
            <a:r>
              <a:rPr lang="en-GB" sz="2000" spc="-75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Bus</a:t>
            </a:r>
            <a:r>
              <a:rPr lang="en-GB" sz="2000" spc="-80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Stop</a:t>
            </a:r>
            <a:r>
              <a:rPr lang="en-GB" sz="2000" spc="-35" dirty="0" smtClean="0">
                <a:latin typeface="+mn-lt"/>
                <a:cs typeface="Arial Black"/>
              </a:rPr>
              <a:t> </a:t>
            </a:r>
            <a:r>
              <a:rPr lang="en-GB" sz="2000" spc="-30" dirty="0" smtClean="0">
                <a:latin typeface="+mn-lt"/>
                <a:cs typeface="Arial Black"/>
              </a:rPr>
              <a:t>Towards</a:t>
            </a:r>
            <a:r>
              <a:rPr lang="en-GB" sz="2000" spc="-85" dirty="0" smtClean="0">
                <a:latin typeface="+mn-lt"/>
                <a:cs typeface="Arial Black"/>
              </a:rPr>
              <a:t> </a:t>
            </a:r>
            <a:r>
              <a:rPr lang="en-GB" sz="2000" spc="-10" dirty="0" err="1" smtClean="0">
                <a:latin typeface="+mn-lt"/>
                <a:cs typeface="Arial Black"/>
              </a:rPr>
              <a:t>Puliyakulam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xmlns="" id="{859921EE-0E51-9F47-5F38-FD9723D34A7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3175" algn="ctr">
              <a:lnSpc>
                <a:spcPct val="100000"/>
              </a:lnSpc>
              <a:spcBef>
                <a:spcPts val="105"/>
              </a:spcBef>
              <a:buNone/>
            </a:pPr>
            <a:r>
              <a:rPr lang="en-US" sz="2000" spc="-25" dirty="0" err="1" smtClean="0">
                <a:latin typeface="+mn-lt"/>
                <a:cs typeface="Arial Black"/>
              </a:rPr>
              <a:t>Gandhipark</a:t>
            </a:r>
            <a:r>
              <a:rPr lang="en-US" sz="2000" spc="-85" dirty="0" smtClean="0">
                <a:latin typeface="+mn-lt"/>
                <a:cs typeface="Arial Black"/>
              </a:rPr>
              <a:t> </a:t>
            </a:r>
            <a:r>
              <a:rPr lang="en-US" sz="2000" spc="-20" dirty="0" smtClean="0">
                <a:latin typeface="+mn-lt"/>
                <a:cs typeface="Arial Black"/>
              </a:rPr>
              <a:t>Towards</a:t>
            </a:r>
            <a:r>
              <a:rPr lang="en-US" sz="2000" spc="-35" dirty="0" smtClean="0">
                <a:latin typeface="+mn-lt"/>
                <a:cs typeface="Arial Black"/>
              </a:rPr>
              <a:t> </a:t>
            </a:r>
            <a:r>
              <a:rPr lang="en-US" sz="2000" spc="-10" dirty="0" smtClean="0">
                <a:latin typeface="+mn-lt"/>
                <a:cs typeface="Arial Black"/>
              </a:rPr>
              <a:t>Town</a:t>
            </a:r>
            <a:r>
              <a:rPr lang="en-US" sz="2000" spc="-60" dirty="0" smtClean="0">
                <a:latin typeface="+mn-lt"/>
                <a:cs typeface="Arial Black"/>
              </a:rPr>
              <a:t> </a:t>
            </a:r>
            <a:r>
              <a:rPr lang="en-US" sz="2000" spc="-20" dirty="0" smtClean="0">
                <a:latin typeface="+mn-lt"/>
                <a:cs typeface="Arial Black"/>
              </a:rPr>
              <a:t>Hall</a:t>
            </a:r>
            <a:endParaRPr lang="en-US" sz="2000" dirty="0">
              <a:latin typeface="+mn-lt"/>
              <a:cs typeface="Arial Black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object 3"/>
          <p:cNvPicPr>
            <a:picLocks noGrp="1"/>
          </p:cNvPicPr>
          <p:nvPr>
            <p:ph type="pic" idx="1"/>
          </p:nvPr>
        </p:nvPicPr>
        <p:blipFill>
          <a:blip r:embed="rId2" cstate="print"/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sz="2000" dirty="0" smtClean="0">
                <a:latin typeface="+mn-lt"/>
                <a:cs typeface="Arial Black"/>
              </a:rPr>
              <a:t>RS</a:t>
            </a:r>
            <a:r>
              <a:rPr lang="en-GB" sz="2000" spc="-75" dirty="0" smtClean="0">
                <a:latin typeface="+mn-lt"/>
                <a:cs typeface="Arial Black"/>
              </a:rPr>
              <a:t> </a:t>
            </a:r>
            <a:r>
              <a:rPr lang="en-GB" sz="2000" dirty="0" err="1" smtClean="0">
                <a:latin typeface="+mn-lt"/>
                <a:cs typeface="Arial Black"/>
              </a:rPr>
              <a:t>Puram</a:t>
            </a:r>
            <a:r>
              <a:rPr lang="en-GB" sz="2000" spc="-80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–</a:t>
            </a:r>
            <a:r>
              <a:rPr lang="en-GB" sz="2000" spc="-95" dirty="0" smtClean="0">
                <a:latin typeface="+mn-lt"/>
                <a:cs typeface="Arial Black"/>
              </a:rPr>
              <a:t> </a:t>
            </a:r>
            <a:r>
              <a:rPr lang="en-GB" sz="2000" dirty="0" err="1" smtClean="0">
                <a:latin typeface="+mn-lt"/>
                <a:cs typeface="Arial Black"/>
              </a:rPr>
              <a:t>Abt</a:t>
            </a:r>
            <a:r>
              <a:rPr lang="en-GB" sz="2000" spc="-95" dirty="0" smtClean="0">
                <a:latin typeface="+mn-lt"/>
                <a:cs typeface="Arial Black"/>
              </a:rPr>
              <a:t> </a:t>
            </a:r>
            <a:r>
              <a:rPr lang="en-GB" sz="2000" dirty="0" err="1" smtClean="0">
                <a:latin typeface="+mn-lt"/>
                <a:cs typeface="Arial Black"/>
              </a:rPr>
              <a:t>Maruthi</a:t>
            </a:r>
            <a:r>
              <a:rPr lang="en-GB" sz="2000" spc="-75" dirty="0" smtClean="0">
                <a:latin typeface="+mn-lt"/>
                <a:cs typeface="Arial Black"/>
              </a:rPr>
              <a:t> </a:t>
            </a:r>
            <a:r>
              <a:rPr lang="en-GB" sz="2000" dirty="0" smtClean="0">
                <a:latin typeface="+mn-lt"/>
                <a:cs typeface="Arial Black"/>
              </a:rPr>
              <a:t>Suzuki</a:t>
            </a:r>
            <a:r>
              <a:rPr lang="en-GB" sz="2000" spc="-50" dirty="0" smtClean="0">
                <a:latin typeface="+mn-lt"/>
                <a:cs typeface="Arial Black"/>
              </a:rPr>
              <a:t> </a:t>
            </a:r>
            <a:r>
              <a:rPr lang="en-GB" sz="2000" spc="-10" dirty="0" smtClean="0">
                <a:latin typeface="+mn-lt"/>
                <a:cs typeface="Arial Black"/>
              </a:rPr>
              <a:t>Showroom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object 3"/>
          <p:cNvPicPr>
            <a:picLocks noGrp="1"/>
          </p:cNvPicPr>
          <p:nvPr>
            <p:ph type="pic" idx="1"/>
          </p:nvPr>
        </p:nvPicPr>
        <p:blipFill>
          <a:blip r:embed="rId2" cstate="print"/>
          <a:srcRect t="9159" b="9159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Gounder</a:t>
            </a:r>
            <a:r>
              <a:rPr lang="en-GB" altLang="en-US" sz="2000" b="1" dirty="0" smtClean="0">
                <a:sym typeface="+mn-ea"/>
              </a:rPr>
              <a:t> Mills toward </a:t>
            </a:r>
            <a:r>
              <a:rPr lang="en-GB" altLang="en-US" sz="2000" b="1" dirty="0" err="1" smtClean="0">
                <a:sym typeface="+mn-ea"/>
              </a:rPr>
              <a:t>Gandipuram</a:t>
            </a:r>
            <a:r>
              <a:rPr lang="en-GB" altLang="en-US" sz="1800" b="1" dirty="0" smtClean="0">
                <a:sym typeface="+mn-ea"/>
              </a:rPr>
              <a:t>  35X25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lum/>
          </a:blip>
          <a:srcRect t="2392" b="2392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buNone/>
            </a:pPr>
            <a:r>
              <a:rPr lang="en-GB" altLang="en-US" sz="2000" b="1" dirty="0" smtClean="0">
                <a:sym typeface="+mn-ea"/>
              </a:rPr>
              <a:t>Cross Cut Road Junction (Right)</a:t>
            </a:r>
            <a:r>
              <a:rPr lang="en-GB" altLang="en-US" sz="1800" b="1" dirty="0" smtClean="0">
                <a:sym typeface="+mn-ea"/>
              </a:rPr>
              <a:t>  20X25</a:t>
            </a:r>
            <a:endParaRPr lang="en-US" altLang="en-US" sz="1800" b="1" dirty="0">
              <a:sym typeface="+mn-ea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2105" b="20685"/>
          <a:stretch>
            <a:fillRect/>
          </a:stretch>
        </p:blipFill>
        <p:spPr bwMode="white">
          <a:xfrm>
            <a:off x="1209675" y="457200"/>
            <a:ext cx="9772650" cy="5659120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Sivanandha</a:t>
            </a:r>
            <a:r>
              <a:rPr lang="en-GB" altLang="en-US" sz="2000" b="1" dirty="0" smtClean="0">
                <a:sym typeface="+mn-ea"/>
              </a:rPr>
              <a:t> Colony towards </a:t>
            </a:r>
            <a:r>
              <a:rPr lang="en-GB" altLang="en-US" sz="2000" b="1" dirty="0" err="1" smtClean="0">
                <a:sym typeface="+mn-ea"/>
              </a:rPr>
              <a:t>Saibaba</a:t>
            </a:r>
            <a:r>
              <a:rPr lang="en-GB" altLang="en-US" sz="2000" b="1" dirty="0" smtClean="0">
                <a:sym typeface="+mn-ea"/>
              </a:rPr>
              <a:t> Colony</a:t>
            </a:r>
            <a:r>
              <a:rPr lang="en-GB" altLang="en-US" sz="1800" b="1" dirty="0" smtClean="0">
                <a:sym typeface="+mn-ea"/>
              </a:rPr>
              <a:t>  45X20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7069" b="7069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Selvapuram</a:t>
            </a:r>
            <a:r>
              <a:rPr lang="en-GB" altLang="en-US" sz="2000" b="1" dirty="0" smtClean="0">
                <a:sym typeface="+mn-ea"/>
              </a:rPr>
              <a:t> towards Town Hall</a:t>
            </a:r>
            <a:r>
              <a:rPr lang="en-GB" altLang="en-US" sz="1800" b="1" dirty="0" smtClean="0">
                <a:sym typeface="+mn-ea"/>
              </a:rPr>
              <a:t>  20X25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l="4325" r="432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Sungam</a:t>
            </a:r>
            <a:r>
              <a:rPr lang="en-GB" altLang="en-US" sz="2000" b="1" dirty="0" smtClean="0">
                <a:sym typeface="+mn-ea"/>
              </a:rPr>
              <a:t> to </a:t>
            </a:r>
            <a:r>
              <a:rPr lang="en-GB" altLang="en-US" sz="2000" b="1" dirty="0" err="1" smtClean="0">
                <a:sym typeface="+mn-ea"/>
              </a:rPr>
              <a:t>Ukkadam</a:t>
            </a:r>
            <a:r>
              <a:rPr lang="en-GB" altLang="en-US" sz="2000" b="1" dirty="0" smtClean="0">
                <a:sym typeface="+mn-ea"/>
              </a:rPr>
              <a:t> </a:t>
            </a:r>
            <a:r>
              <a:rPr lang="en-GB" altLang="en-US" sz="2000" b="1" dirty="0" err="1" smtClean="0">
                <a:sym typeface="+mn-ea"/>
              </a:rPr>
              <a:t>Busstand</a:t>
            </a:r>
            <a:r>
              <a:rPr lang="en-GB" altLang="en-US" sz="1800" b="1" dirty="0" smtClean="0">
                <a:sym typeface="+mn-ea"/>
              </a:rPr>
              <a:t>  35X20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lum/>
          </a:blip>
          <a:srcRect t="2392" b="2392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Kalapatti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>
                <a:latin typeface="+mn-lt"/>
              </a:rPr>
              <a:t>Aravind</a:t>
            </a:r>
            <a:r>
              <a:rPr lang="en-US" sz="2000" dirty="0" smtClean="0">
                <a:latin typeface="+mn-lt"/>
              </a:rPr>
              <a:t> Eye Hospital Towards </a:t>
            </a:r>
            <a:r>
              <a:rPr lang="en-US" sz="2000" dirty="0" err="1" smtClean="0">
                <a:latin typeface="+mn-lt"/>
              </a:rPr>
              <a:t>Sitra</a:t>
            </a:r>
            <a:endParaRPr lang="en-US" altLang="en-US" sz="2000" b="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xmlns="" id="{76E982A4-520A-00D8-4688-DC2C2D6EE0A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4233" r="4233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Vadavalli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Vadavalli</a:t>
            </a:r>
            <a:r>
              <a:rPr lang="en-GB" altLang="en-US" sz="2000" b="1" dirty="0" smtClean="0">
                <a:sym typeface="+mn-ea"/>
              </a:rPr>
              <a:t> Road,  P N </a:t>
            </a:r>
            <a:r>
              <a:rPr lang="en-GB" altLang="en-US" sz="2000" b="1" dirty="0" err="1" smtClean="0">
                <a:sym typeface="+mn-ea"/>
              </a:rPr>
              <a:t>Pudur</a:t>
            </a:r>
            <a:r>
              <a:rPr lang="en-GB" altLang="en-US" sz="2000" b="1" dirty="0" smtClean="0">
                <a:sym typeface="+mn-ea"/>
              </a:rPr>
              <a:t> </a:t>
            </a:r>
            <a:r>
              <a:rPr lang="en-GB" altLang="en-US" sz="2000" b="1" dirty="0" err="1" smtClean="0">
                <a:sym typeface="+mn-ea"/>
              </a:rPr>
              <a:t>Puliyamaram</a:t>
            </a:r>
            <a:r>
              <a:rPr lang="en-GB" altLang="en-US" sz="2000" b="1" dirty="0" smtClean="0">
                <a:sym typeface="+mn-ea"/>
              </a:rPr>
              <a:t> Bus Stop Towards </a:t>
            </a:r>
            <a:r>
              <a:rPr lang="en-GB" altLang="en-US" sz="2000" b="1" dirty="0" err="1" smtClean="0">
                <a:sym typeface="+mn-ea"/>
              </a:rPr>
              <a:t>Vadavalli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object 3"/>
          <p:cNvPicPr>
            <a:picLocks noGrp="1"/>
          </p:cNvPicPr>
          <p:nvPr>
            <p:ph type="pic" idx="1"/>
          </p:nvPr>
        </p:nvPicPr>
        <p:blipFill>
          <a:blip r:embed="rId2" cstate="print"/>
          <a:srcRect l="4233" r="4233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Vadavalli</a:t>
            </a:r>
            <a:r>
              <a:rPr lang="en-GB" altLang="en-US" sz="2000" b="1" dirty="0" smtClean="0">
                <a:sym typeface="+mn-ea"/>
              </a:rPr>
              <a:t>, </a:t>
            </a:r>
            <a:r>
              <a:rPr lang="en-GB" altLang="en-US" sz="2000" b="1" dirty="0" err="1" smtClean="0">
                <a:sym typeface="+mn-ea"/>
              </a:rPr>
              <a:t>Lakshmi</a:t>
            </a:r>
            <a:r>
              <a:rPr lang="en-GB" altLang="en-US" sz="2000" b="1" dirty="0" smtClean="0">
                <a:sym typeface="+mn-ea"/>
              </a:rPr>
              <a:t> Nagar Towards </a:t>
            </a:r>
            <a:r>
              <a:rPr lang="en-GB" altLang="en-US" sz="2000" b="1" dirty="0" err="1" smtClean="0">
                <a:sym typeface="+mn-ea"/>
              </a:rPr>
              <a:t>Thondamuthur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object 3"/>
          <p:cNvPicPr>
            <a:picLocks noGrp="1"/>
          </p:cNvPicPr>
          <p:nvPr>
            <p:ph type="pic" idx="1"/>
          </p:nvPr>
        </p:nvPicPr>
        <p:blipFill>
          <a:blip r:embed="rId2" cstate="print"/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Vadavali</a:t>
            </a:r>
            <a:r>
              <a:rPr lang="en-GB" altLang="en-US" sz="2000" b="1" dirty="0" smtClean="0">
                <a:sym typeface="+mn-ea"/>
              </a:rPr>
              <a:t> to </a:t>
            </a:r>
            <a:r>
              <a:rPr lang="en-GB" altLang="en-US" sz="2000" b="1" dirty="0" err="1" smtClean="0">
                <a:sym typeface="+mn-ea"/>
              </a:rPr>
              <a:t>Kaundampalayam</a:t>
            </a:r>
            <a:r>
              <a:rPr lang="en-GB" altLang="en-US" sz="1800" b="1" dirty="0" smtClean="0">
                <a:sym typeface="+mn-ea"/>
              </a:rPr>
              <a:t>  </a:t>
            </a:r>
            <a:r>
              <a:rPr lang="en-GB" altLang="en-US" sz="1800" b="1" dirty="0" smtClean="0">
                <a:sym typeface="+mn-ea"/>
              </a:rPr>
              <a:t>30X25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7095" b="709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Kaundampalayam</a:t>
            </a:r>
            <a:r>
              <a:rPr lang="en-GB" altLang="en-US" sz="2000" b="1" dirty="0" smtClean="0">
                <a:sym typeface="+mn-ea"/>
              </a:rPr>
              <a:t> to </a:t>
            </a:r>
            <a:r>
              <a:rPr lang="en-GB" altLang="en-US" sz="2000" b="1" dirty="0" err="1" smtClean="0">
                <a:sym typeface="+mn-ea"/>
              </a:rPr>
              <a:t>Vadavalli</a:t>
            </a:r>
            <a:r>
              <a:rPr lang="en-GB" altLang="en-US" sz="1800" b="1" dirty="0" smtClean="0">
                <a:sym typeface="+mn-ea"/>
              </a:rPr>
              <a:t>  30X20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l="4233" r="4233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Kavundampalayam</a:t>
            </a:r>
            <a:r>
              <a:rPr lang="en-GB" altLang="en-US" sz="2000" b="1" dirty="0" smtClean="0">
                <a:sym typeface="+mn-ea"/>
              </a:rPr>
              <a:t> to </a:t>
            </a:r>
            <a:r>
              <a:rPr lang="en-GB" altLang="en-US" sz="2000" b="1" dirty="0" err="1" smtClean="0">
                <a:sym typeface="+mn-ea"/>
              </a:rPr>
              <a:t>maruthamail</a:t>
            </a:r>
            <a:r>
              <a:rPr lang="en-GB" altLang="en-US" sz="2000" b="1" dirty="0" smtClean="0">
                <a:sym typeface="+mn-ea"/>
              </a:rPr>
              <a:t> road (</a:t>
            </a:r>
            <a:r>
              <a:rPr lang="en-GB" altLang="en-US" sz="2000" b="1" dirty="0" err="1" smtClean="0">
                <a:sym typeface="+mn-ea"/>
              </a:rPr>
              <a:t>vadavalli</a:t>
            </a:r>
            <a:r>
              <a:rPr lang="en-GB" altLang="en-US" sz="2000" b="1" dirty="0" smtClean="0">
                <a:sym typeface="+mn-ea"/>
              </a:rPr>
              <a:t> ) Junction</a:t>
            </a:r>
            <a:r>
              <a:rPr lang="en-GB" altLang="en-US" sz="1800" b="1" dirty="0" smtClean="0">
                <a:sym typeface="+mn-ea"/>
              </a:rPr>
              <a:t>  25X25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l="4233" r="4233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Tiruppur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smtClean="0">
                <a:sym typeface="+mn-ea"/>
              </a:rPr>
              <a:t>Sri </a:t>
            </a:r>
            <a:r>
              <a:rPr lang="en-GB" altLang="en-US" sz="2000" b="1" dirty="0" err="1" smtClean="0">
                <a:sym typeface="+mn-ea"/>
              </a:rPr>
              <a:t>Sakthi</a:t>
            </a:r>
            <a:r>
              <a:rPr lang="en-GB" altLang="en-US" sz="2000" b="1" dirty="0" smtClean="0">
                <a:sym typeface="+mn-ea"/>
              </a:rPr>
              <a:t> Multiplex</a:t>
            </a:r>
            <a:r>
              <a:rPr lang="en-GB" altLang="en-US" sz="1800" b="1" dirty="0" smtClean="0">
                <a:sym typeface="+mn-ea"/>
              </a:rPr>
              <a:t>  18x20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2631" b="2631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smtClean="0">
                <a:sym typeface="+mn-ea"/>
              </a:rPr>
              <a:t>DSK Hospital </a:t>
            </a:r>
            <a:r>
              <a:rPr lang="en-GB" altLang="en-US" sz="2000" b="1" dirty="0" err="1" smtClean="0">
                <a:sym typeface="+mn-ea"/>
              </a:rPr>
              <a:t>Opp</a:t>
            </a:r>
            <a:r>
              <a:rPr lang="en-GB" altLang="en-US" sz="2000" b="1" dirty="0" smtClean="0">
                <a:sym typeface="+mn-ea"/>
              </a:rPr>
              <a:t>, </a:t>
            </a:r>
            <a:r>
              <a:rPr lang="en-GB" altLang="en-US" sz="2000" b="1" dirty="0" err="1" smtClean="0">
                <a:sym typeface="+mn-ea"/>
              </a:rPr>
              <a:t>Nr.Indian</a:t>
            </a:r>
            <a:r>
              <a:rPr lang="en-GB" altLang="en-US" sz="2000" b="1" dirty="0" smtClean="0">
                <a:sym typeface="+mn-ea"/>
              </a:rPr>
              <a:t> &amp; SBI Bank, </a:t>
            </a:r>
            <a:r>
              <a:rPr lang="en-GB" altLang="en-US" sz="2000" b="1" dirty="0" err="1" smtClean="0">
                <a:sym typeface="+mn-ea"/>
              </a:rPr>
              <a:t>Amarjothi</a:t>
            </a:r>
            <a:r>
              <a:rPr lang="en-GB" altLang="en-US" sz="2000" b="1" dirty="0" smtClean="0">
                <a:sym typeface="+mn-ea"/>
              </a:rPr>
              <a:t> Garden, JMHS School</a:t>
            </a:r>
            <a:r>
              <a:rPr lang="en-GB" altLang="en-US" sz="1800" b="1" dirty="0" smtClean="0">
                <a:sym typeface="+mn-ea"/>
              </a:rPr>
              <a:t>  25x15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l="6860" r="6860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smtClean="0">
                <a:sym typeface="+mn-ea"/>
              </a:rPr>
              <a:t>ABT Road, Behind Old Bus Stand</a:t>
            </a:r>
            <a:r>
              <a:rPr lang="en-GB" altLang="en-US" sz="1800" b="1" dirty="0" smtClean="0">
                <a:sym typeface="+mn-ea"/>
              </a:rPr>
              <a:t>  22x25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3016" b="10124"/>
          <a:stretch>
            <a:fillRect/>
          </a:stretch>
        </p:blipFill>
        <p:spPr bwMode="white">
          <a:xfrm>
            <a:off x="1209675" y="355600"/>
            <a:ext cx="9772650" cy="5963920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sz="2000" dirty="0" smtClean="0"/>
              <a:t>Towards Bus Stand, Near S.A.P.S Theatre, </a:t>
            </a:r>
            <a:r>
              <a:rPr lang="en-GB" sz="2000" dirty="0" err="1" smtClean="0"/>
              <a:t>Palladam</a:t>
            </a:r>
            <a:r>
              <a:rPr lang="en-GB" sz="2000" dirty="0" smtClean="0"/>
              <a:t>. size 40*20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ownloads\WhatsApp Image 2026-09-02 at 3.04.31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6855" t="23730" r="6751" b="12090"/>
          <a:stretch>
            <a:fillRect/>
          </a:stretch>
        </p:blipFill>
        <p:spPr bwMode="auto">
          <a:xfrm>
            <a:off x="1137920" y="711199"/>
            <a:ext cx="9906000" cy="551922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Kangeyam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/>
              <a:t>kangayam</a:t>
            </a:r>
            <a:r>
              <a:rPr lang="en-US" sz="2000" dirty="0" smtClean="0"/>
              <a:t> Road, Near </a:t>
            </a:r>
            <a:r>
              <a:rPr lang="en-US" sz="2000" dirty="0" err="1" smtClean="0"/>
              <a:t>Muthalipalayam</a:t>
            </a:r>
            <a:r>
              <a:rPr lang="en-US" sz="2000" dirty="0" smtClean="0"/>
              <a:t> </a:t>
            </a:r>
            <a:r>
              <a:rPr lang="en-US" sz="2000" dirty="0" err="1" smtClean="0"/>
              <a:t>sidco</a:t>
            </a:r>
            <a:r>
              <a:rPr lang="en-US" sz="2000" dirty="0" smtClean="0"/>
              <a:t>, 3 Cross Road, </a:t>
            </a:r>
            <a:r>
              <a:rPr lang="en-US" sz="2000" dirty="0" err="1" smtClean="0"/>
              <a:t>Tirupur</a:t>
            </a:r>
            <a:r>
              <a:rPr lang="en-US" sz="2000" dirty="0" smtClean="0"/>
              <a:t>. Size 40*15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ownloads\WhatsApp Image 2026-09-02 at 3.03.49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14237" t="22898" r="12157" b="11630"/>
          <a:stretch>
            <a:fillRect/>
          </a:stretch>
        </p:blipFill>
        <p:spPr bwMode="auto">
          <a:xfrm>
            <a:off x="1550069" y="406400"/>
            <a:ext cx="9137796" cy="6096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/>
              <a:t>Kangayam</a:t>
            </a:r>
            <a:r>
              <a:rPr lang="en-US" sz="2000" dirty="0" smtClean="0"/>
              <a:t> Road, Towers </a:t>
            </a:r>
            <a:r>
              <a:rPr lang="en-US" sz="2000" dirty="0" err="1" smtClean="0"/>
              <a:t>Kangayam</a:t>
            </a:r>
            <a:r>
              <a:rPr lang="en-US" sz="2000" dirty="0" smtClean="0"/>
              <a:t>, </a:t>
            </a:r>
            <a:r>
              <a:rPr lang="en-US" sz="2000" dirty="0" err="1" smtClean="0"/>
              <a:t>Tirupur</a:t>
            </a:r>
            <a:r>
              <a:rPr lang="en-US" sz="2000" dirty="0" smtClean="0"/>
              <a:t>. Size 26*20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ownloads\WhatsApp Image 2026-09-02 at 3.04.00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13093" t="23868" r="13612" b="10981"/>
          <a:stretch>
            <a:fillRect/>
          </a:stretch>
        </p:blipFill>
        <p:spPr bwMode="auto">
          <a:xfrm>
            <a:off x="1595120" y="457200"/>
            <a:ext cx="9067800" cy="60452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sz="2000" dirty="0" err="1" smtClean="0"/>
              <a:t>Kangayam</a:t>
            </a:r>
            <a:r>
              <a:rPr lang="en-GB" sz="2000" dirty="0" smtClean="0"/>
              <a:t> road </a:t>
            </a:r>
            <a:r>
              <a:rPr lang="en-GB" sz="2000" dirty="0" err="1" smtClean="0"/>
              <a:t>Nallur</a:t>
            </a:r>
            <a:r>
              <a:rPr lang="en-GB" sz="2000" dirty="0" smtClean="0"/>
              <a:t> </a:t>
            </a:r>
            <a:r>
              <a:rPr lang="en-GB" sz="2000" dirty="0" err="1" smtClean="0"/>
              <a:t>Tiruppur</a:t>
            </a:r>
            <a:r>
              <a:rPr lang="en-GB" sz="2000" dirty="0" smtClean="0"/>
              <a:t> 25x13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ownloads\WhatsApp Image 2026-09-02 at 3.04.09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11326" t="19017" r="9870" b="9872"/>
          <a:stretch>
            <a:fillRect/>
          </a:stretch>
        </p:blipFill>
        <p:spPr bwMode="auto">
          <a:xfrm>
            <a:off x="1605280" y="487679"/>
            <a:ext cx="8879840" cy="60097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Kangeyam</a:t>
            </a:r>
            <a:r>
              <a:rPr lang="en-GB" altLang="en-US" sz="2000" b="1" dirty="0" smtClean="0">
                <a:sym typeface="+mn-ea"/>
              </a:rPr>
              <a:t> Near </a:t>
            </a:r>
            <a:r>
              <a:rPr lang="en-GB" altLang="en-US" sz="2000" b="1" dirty="0" err="1" smtClean="0">
                <a:sym typeface="+mn-ea"/>
              </a:rPr>
              <a:t>Busstand</a:t>
            </a:r>
            <a:r>
              <a:rPr lang="en-GB" altLang="en-US" sz="2000" b="1" dirty="0" smtClean="0">
                <a:sym typeface="+mn-ea"/>
              </a:rPr>
              <a:t> (20x25)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482" name="Picture 2" descr="C:\Users\User\Downloads\WhatsApp Image 2026-09-03 at 11.06.27 A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12393" r="12393" b="8808"/>
          <a:stretch>
            <a:fillRect/>
          </a:stretch>
        </p:blipFill>
        <p:spPr bwMode="auto">
          <a:xfrm>
            <a:off x="1209675" y="649923"/>
            <a:ext cx="9772650" cy="54765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Namakkal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buNone/>
            </a:pPr>
            <a:r>
              <a:rPr lang="en-GB" altLang="en-US" sz="2000" b="1" dirty="0" smtClean="0">
                <a:sym typeface="+mn-ea"/>
              </a:rPr>
              <a:t>Salem Road - </a:t>
            </a:r>
            <a:r>
              <a:rPr lang="en-GB" altLang="en-US" sz="2000" b="1" dirty="0" err="1" smtClean="0">
                <a:sym typeface="+mn-ea"/>
              </a:rPr>
              <a:t>Pon</a:t>
            </a:r>
            <a:r>
              <a:rPr lang="en-GB" altLang="en-US" sz="2000" b="1" dirty="0" smtClean="0">
                <a:sym typeface="+mn-ea"/>
              </a:rPr>
              <a:t> Nagar</a:t>
            </a:r>
            <a:r>
              <a:rPr lang="en-GB" altLang="en-US" sz="1800" b="1" dirty="0" smtClean="0">
                <a:sym typeface="+mn-ea"/>
              </a:rPr>
              <a:t>  30X30</a:t>
            </a:r>
            <a:endParaRPr lang="en-US" altLang="en-US" sz="1800" b="1" dirty="0">
              <a:sym typeface="+mn-ea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email">
            <a:lum/>
          </a:blip>
          <a:srcRect t="2375" b="237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Namakkal</a:t>
            </a:r>
            <a:r>
              <a:rPr lang="en-GB" altLang="en-US" sz="2000" b="1" dirty="0" smtClean="0">
                <a:sym typeface="+mn-ea"/>
              </a:rPr>
              <a:t> - Nr Bus stand</a:t>
            </a:r>
            <a:r>
              <a:rPr lang="en-GB" altLang="en-US" sz="1800" b="1" dirty="0" smtClean="0">
                <a:sym typeface="+mn-ea"/>
              </a:rPr>
              <a:t>  20X22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email">
            <a:lum/>
          </a:blip>
          <a:srcRect t="2375" b="237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err="1" smtClean="0"/>
              <a:t>Paramathi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Opp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Busstop</a:t>
            </a:r>
            <a:r>
              <a:rPr lang="en-US" sz="2000" b="1" dirty="0" smtClean="0"/>
              <a:t> - 22 X 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Content Placeholder 7"/>
          <p:cNvPicPr>
            <a:picLocks noGrp="1" noChangeAspect="1"/>
          </p:cNvPicPr>
          <p:nvPr>
            <p:ph type="pic" idx="1"/>
          </p:nvPr>
        </p:nvPicPr>
        <p:blipFill>
          <a:blip r:embed="rId2" cstate="email"/>
          <a:srcRect t="9032" b="9032"/>
          <a:stretch>
            <a:fillRect/>
          </a:stretch>
        </p:blipFill>
        <p:spPr>
          <a:xfrm>
            <a:off x="1209675" y="436563"/>
            <a:ext cx="9772650" cy="6005512"/>
          </a:xfr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/>
              <a:t>Namakkal</a:t>
            </a:r>
            <a:r>
              <a:rPr lang="en-US" sz="2000" dirty="0" smtClean="0"/>
              <a:t> – </a:t>
            </a:r>
            <a:r>
              <a:rPr lang="en-US" sz="2000" dirty="0" err="1" smtClean="0"/>
              <a:t>Duraiyur</a:t>
            </a:r>
            <a:r>
              <a:rPr lang="en-US" sz="2000" dirty="0" smtClean="0"/>
              <a:t> road (</a:t>
            </a:r>
            <a:r>
              <a:rPr lang="en-US" sz="2000" dirty="0" err="1" smtClean="0"/>
              <a:t>nkl</a:t>
            </a:r>
            <a:r>
              <a:rPr lang="en-US" sz="2000" dirty="0" smtClean="0"/>
              <a:t> to </a:t>
            </a:r>
            <a:r>
              <a:rPr lang="en-US" sz="2000" dirty="0" err="1" smtClean="0"/>
              <a:t>Duraiyur</a:t>
            </a:r>
            <a:r>
              <a:rPr lang="en-US" sz="2000" dirty="0" smtClean="0"/>
              <a:t>) : 30x25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WELCOME\Desktop\PPT Photos\WhatsApp Image 2025-03-12 at 12.34.21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4202" b="4202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Thiruchengode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err="1" smtClean="0"/>
              <a:t>Tiruchengode</a:t>
            </a:r>
            <a:r>
              <a:rPr lang="en-US" sz="2000" b="1" dirty="0" smtClean="0"/>
              <a:t> </a:t>
            </a:r>
            <a:r>
              <a:rPr lang="en-US" sz="2000" b="1" dirty="0" smtClean="0"/>
              <a:t>- Near Sri </a:t>
            </a:r>
            <a:r>
              <a:rPr lang="en-US" sz="2000" b="1" dirty="0" err="1" smtClean="0"/>
              <a:t>Shanmuga</a:t>
            </a:r>
            <a:r>
              <a:rPr lang="en-US" sz="2000" b="1" dirty="0" smtClean="0"/>
              <a:t> College Towards </a:t>
            </a:r>
            <a:r>
              <a:rPr lang="en-US" sz="2000" b="1" dirty="0" err="1" smtClean="0"/>
              <a:t>Sankari</a:t>
            </a:r>
            <a:r>
              <a:rPr lang="en-US" sz="2000" b="1" dirty="0" smtClean="0"/>
              <a:t> Railway </a:t>
            </a:r>
            <a:r>
              <a:rPr lang="en-US" sz="2000" b="1" dirty="0" smtClean="0"/>
              <a:t>Station 40x30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xmlns="" id="{02560D5A-70BC-C808-7265-68AE3D4A4F7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xmlns=""/>
              </a:ext>
            </a:extLst>
          </a:blip>
          <a:srcRect t="9047" b="9047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err="1" smtClean="0"/>
              <a:t>Thiruchengode</a:t>
            </a:r>
            <a:r>
              <a:rPr lang="en-US" sz="2000" dirty="0" smtClean="0"/>
              <a:t> – </a:t>
            </a:r>
            <a:r>
              <a:rPr lang="en-US" sz="2000" dirty="0" err="1" smtClean="0"/>
              <a:t>Sangakiri</a:t>
            </a:r>
            <a:r>
              <a:rPr lang="en-US" sz="2000" dirty="0" smtClean="0"/>
              <a:t> road : 40x20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WELCOME\Desktop\WhatsApp Image 2025-02-27 at 1.34.15 PM.jpe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1770" r="1770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Thiruchengode</a:t>
            </a:r>
            <a:r>
              <a:rPr lang="en-GB" altLang="en-US" sz="2000" b="1" dirty="0" smtClean="0">
                <a:sym typeface="+mn-ea"/>
              </a:rPr>
              <a:t> </a:t>
            </a:r>
            <a:r>
              <a:rPr lang="en-GB" altLang="en-US" sz="2000" b="1" dirty="0" err="1" smtClean="0">
                <a:sym typeface="+mn-ea"/>
              </a:rPr>
              <a:t>Busstand</a:t>
            </a:r>
            <a:r>
              <a:rPr lang="en-GB" altLang="en-US" sz="2000" b="1" dirty="0" smtClean="0">
                <a:sym typeface="+mn-ea"/>
              </a:rPr>
              <a:t> 30x12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3314" name="Picture 2" descr="C:\Users\User\Downloads\TIRUCHENGODE BUS STAND 35X12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t="9032" b="9032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Tanjore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Pattukkottai</a:t>
            </a:r>
            <a:r>
              <a:rPr lang="en-GB" altLang="en-US" sz="2000" b="1" dirty="0" smtClean="0">
                <a:sym typeface="+mn-ea"/>
              </a:rPr>
              <a:t> Entrance (R)</a:t>
            </a:r>
            <a:r>
              <a:rPr lang="en-GB" altLang="en-US" sz="1800" b="1" dirty="0" smtClean="0">
                <a:sym typeface="+mn-ea"/>
              </a:rPr>
              <a:t>  40X20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3567" b="3567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buNone/>
            </a:pPr>
            <a:r>
              <a:rPr lang="en-GB" altLang="en-US" sz="2000" b="1" dirty="0" smtClean="0">
                <a:sym typeface="+mn-ea"/>
              </a:rPr>
              <a:t>IT Park(R)</a:t>
            </a:r>
            <a:r>
              <a:rPr lang="en-GB" altLang="en-US" sz="1800" b="1" dirty="0" smtClean="0">
                <a:sym typeface="+mn-ea"/>
              </a:rPr>
              <a:t>  25X25</a:t>
            </a:r>
            <a:endParaRPr lang="en-US" altLang="en-US" sz="1800" b="1" dirty="0">
              <a:sym typeface="+mn-ea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>
            <a:lum/>
          </a:blip>
          <a:srcRect t="3567" b="3567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smtClean="0">
                <a:sym typeface="+mn-ea"/>
              </a:rPr>
              <a:t>Medical College Road</a:t>
            </a:r>
            <a:r>
              <a:rPr lang="en-GB" altLang="en-US" sz="1800" b="1" dirty="0" smtClean="0">
                <a:sym typeface="+mn-ea"/>
              </a:rPr>
              <a:t>  20x18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email">
            <a:lum/>
          </a:blip>
          <a:srcRect t="2375" b="237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err="1" smtClean="0">
                <a:sym typeface="+mn-ea"/>
              </a:rPr>
              <a:t>Mariamman</a:t>
            </a:r>
            <a:r>
              <a:rPr lang="en-GB" altLang="en-US" sz="2000" b="1" dirty="0" smtClean="0">
                <a:sym typeface="+mn-ea"/>
              </a:rPr>
              <a:t> </a:t>
            </a:r>
            <a:r>
              <a:rPr lang="en-GB" altLang="en-US" sz="2000" b="1" dirty="0" err="1" smtClean="0">
                <a:sym typeface="+mn-ea"/>
              </a:rPr>
              <a:t>Kovil</a:t>
            </a:r>
            <a:r>
              <a:rPr lang="en-GB" altLang="en-US" sz="2000" b="1" dirty="0" smtClean="0">
                <a:sym typeface="+mn-ea"/>
              </a:rPr>
              <a:t> </a:t>
            </a:r>
            <a:r>
              <a:rPr lang="en-GB" altLang="en-US" sz="2000" b="1" dirty="0" err="1" smtClean="0">
                <a:sym typeface="+mn-ea"/>
              </a:rPr>
              <a:t>Roundana</a:t>
            </a:r>
            <a:r>
              <a:rPr lang="en-GB" altLang="en-US" sz="2000" b="1" dirty="0" smtClean="0">
                <a:sym typeface="+mn-ea"/>
              </a:rPr>
              <a:t> (R )</a:t>
            </a:r>
            <a:r>
              <a:rPr lang="en-GB" altLang="en-US" sz="1800" b="1" dirty="0" smtClean="0">
                <a:sym typeface="+mn-ea"/>
              </a:rPr>
              <a:t>  25X20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email">
            <a:lum/>
          </a:blip>
          <a:srcRect t="2375" b="2375"/>
          <a:stretch>
            <a:fillRect/>
          </a:stretch>
        </p:blipFill>
        <p:spPr bwMode="white">
          <a:xfrm>
            <a:off x="1209675" y="436563"/>
            <a:ext cx="9772650" cy="6005512"/>
          </a:xfrm>
          <a:prstGeom prst="rect">
            <a:avLst/>
          </a:prstGeom>
          <a:ln>
            <a:headEnd type="none"/>
            <a:tailEnd type="none"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smtClean="0"/>
              <a:t>EB Colony 30x14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esktop\work\Picture5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 cstate="email"/>
          <a:srcRect l="9103" r="910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smtClean="0"/>
              <a:t>Near New Bus Stand 20x20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USER\Desktop\work\Picture5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 cstate="email"/>
          <a:srcRect t="3640" b="3640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smtClean="0"/>
              <a:t>Salem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Kuranguchavadi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Jn</a:t>
            </a:r>
            <a:r>
              <a:rPr lang="en-US" sz="2000" b="1" dirty="0" smtClean="0"/>
              <a:t> Towards 5 Roads 15x20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23489" t="14997" r="5919" b="21932"/>
          <a:stretch>
            <a:fillRect/>
          </a:stretch>
        </p:blipFill>
        <p:spPr bwMode="auto">
          <a:xfrm>
            <a:off x="1426622" y="447041"/>
            <a:ext cx="9241378" cy="61926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5262880" y="1351280"/>
            <a:ext cx="1249680" cy="14325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Lee </a:t>
            </a:r>
            <a:r>
              <a:rPr lang="en-US" sz="2000" b="1" dirty="0" err="1" smtClean="0"/>
              <a:t>Bhazaar</a:t>
            </a:r>
            <a:r>
              <a:rPr lang="en-US" sz="2000" b="1" dirty="0" smtClean="0"/>
              <a:t> Towards 4 Roads -40x20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Opp.Law</a:t>
            </a:r>
            <a:r>
              <a:rPr lang="en-US" sz="2000" b="1" dirty="0" smtClean="0"/>
              <a:t> Collage Towards </a:t>
            </a:r>
            <a:r>
              <a:rPr lang="en-US" sz="2000" b="1" dirty="0" err="1" smtClean="0"/>
              <a:t>Hasthampatty</a:t>
            </a:r>
            <a:r>
              <a:rPr lang="en-US" sz="2000" b="1" dirty="0" smtClean="0"/>
              <a:t> – 20x15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5663" b="5663"/>
          <a:stretch/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Junction Post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Office 20x20</a:t>
            </a:r>
            <a:endParaRPr lang="en-US" altLang="en-US" sz="2000" b="1" dirty="0"/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Content Placeholder 3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806" r="9806"/>
          <a:stretch>
            <a:fillRect/>
          </a:stretch>
        </p:blipFill>
        <p:spPr>
          <a:xfrm>
            <a:off x="1209675" y="436563"/>
            <a:ext cx="9772650" cy="6005512"/>
          </a:xfr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buNone/>
            </a:pPr>
            <a:r>
              <a:rPr lang="en-US" sz="2000" dirty="0" err="1" smtClean="0"/>
              <a:t>Valluvar</a:t>
            </a:r>
            <a:r>
              <a:rPr lang="en-US" sz="2000" dirty="0" smtClean="0"/>
              <a:t> Statue </a:t>
            </a:r>
            <a:r>
              <a:rPr lang="en-US" sz="2000" dirty="0" err="1" smtClean="0"/>
              <a:t>Poompukar</a:t>
            </a:r>
            <a:r>
              <a:rPr lang="en-US" sz="2000" dirty="0" smtClean="0"/>
              <a:t> 20x15</a:t>
            </a:r>
            <a:endParaRPr lang="en-US" sz="2000" dirty="0"/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9052" b="9052"/>
          <a:stretch>
            <a:fillRect/>
          </a:stretch>
        </p:blipFill>
        <p:spPr>
          <a:xfrm>
            <a:off x="1209675" y="436563"/>
            <a:ext cx="9772650" cy="600551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Kondalampatti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Kondalampatty</a:t>
            </a:r>
            <a:r>
              <a:rPr lang="en-US" sz="2000" b="1" dirty="0" smtClean="0"/>
              <a:t> Circle - 35x25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 xmlns="">
                  <a14:imgLayer r:embed=""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xmlns="" val="0"/>
              </a:ext>
            </a:extLst>
          </a:blip>
          <a:srcRect l="8934" t="9064" r="15796" b="31095"/>
          <a:stretch/>
        </p:blipFill>
        <p:spPr bwMode="auto">
          <a:xfrm>
            <a:off x="1290319" y="467043"/>
            <a:ext cx="9552217" cy="57000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/>
          <a:srcRect l="10719" r="19604" b="13932"/>
          <a:stretch>
            <a:fillRect/>
          </a:stretch>
        </p:blipFill>
        <p:spPr bwMode="auto">
          <a:xfrm>
            <a:off x="1844039" y="640080"/>
            <a:ext cx="8714979" cy="60553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buNone/>
            </a:pPr>
            <a:r>
              <a:rPr lang="en-US" sz="2000" b="1" dirty="0" err="1" smtClean="0"/>
              <a:t>Kondalampatty</a:t>
            </a:r>
            <a:r>
              <a:rPr lang="en-US" sz="2000" b="1" dirty="0" smtClean="0"/>
              <a:t> </a:t>
            </a:r>
            <a:r>
              <a:rPr lang="en-US" sz="2000" b="1" dirty="0" smtClean="0"/>
              <a:t>Circle Towards </a:t>
            </a:r>
            <a:r>
              <a:rPr lang="en-US" sz="2000" b="1" dirty="0" err="1" smtClean="0"/>
              <a:t>Seelanaiken</a:t>
            </a:r>
            <a:r>
              <a:rPr lang="en-US" sz="2000" b="1" dirty="0" smtClean="0"/>
              <a:t> Patty /Old Bus Stand – 30x25</a:t>
            </a:r>
            <a:endParaRPr lang="en-US" sz="2000" b="1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Omalur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Omalur</a:t>
            </a:r>
            <a:r>
              <a:rPr lang="en-US" sz="2000" b="1" dirty="0" smtClean="0"/>
              <a:t> Near </a:t>
            </a:r>
            <a:r>
              <a:rPr lang="en-US" sz="2000" b="1" dirty="0" err="1" smtClean="0"/>
              <a:t>Periar</a:t>
            </a:r>
            <a:r>
              <a:rPr lang="en-US" sz="2000" b="1" dirty="0" smtClean="0"/>
              <a:t> University  / GOVT Eng Collage /Toll-25x25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 descr="C:\Users\Dell\Desktop\Omalur Airport Road FTT Salem  25x25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8402" b="8402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- </a:t>
            </a:r>
            <a:r>
              <a:rPr lang="en-US" sz="2000" b="1" dirty="0" err="1" smtClean="0"/>
              <a:t>Omalur</a:t>
            </a:r>
            <a:r>
              <a:rPr lang="en-US" sz="2000" b="1" dirty="0" smtClean="0"/>
              <a:t> Bus Stand 40x25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5730240" y="1879600"/>
            <a:ext cx="1717040" cy="108712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Omalur</a:t>
            </a:r>
            <a:r>
              <a:rPr lang="en-US" sz="2000" b="1" dirty="0" smtClean="0"/>
              <a:t> Airport Road FTT Salem  -25x25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/>
        </p:nvSpPr>
        <p:spPr>
          <a:xfrm>
            <a:off x="4907280" y="1686560"/>
            <a:ext cx="822960" cy="10769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Attur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Attur</a:t>
            </a:r>
            <a:r>
              <a:rPr lang="en-US" sz="2000" b="1" dirty="0" smtClean="0"/>
              <a:t>  </a:t>
            </a:r>
            <a:r>
              <a:rPr lang="en-US" sz="2000" b="1" dirty="0" err="1" smtClean="0"/>
              <a:t>Kamaraj</a:t>
            </a:r>
            <a:r>
              <a:rPr lang="en-US" sz="2000" b="1" dirty="0" smtClean="0"/>
              <a:t> Road - 23x20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err="1" smtClean="0"/>
              <a:t>Attur</a:t>
            </a:r>
            <a:r>
              <a:rPr lang="en-US" sz="2000" b="1" dirty="0" smtClean="0"/>
              <a:t>  Towards KFC /</a:t>
            </a:r>
            <a:r>
              <a:rPr lang="en-US" sz="2000" b="1" dirty="0" err="1" smtClean="0"/>
              <a:t>ibaco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Kallakurichi</a:t>
            </a:r>
            <a:r>
              <a:rPr lang="en-US" sz="2000" b="1" dirty="0" smtClean="0"/>
              <a:t> - 40x25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8388" b="8388"/>
          <a:stretch/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GB" altLang="en-US" sz="2000" b="1" dirty="0" smtClean="0">
                <a:sym typeface="+mn-ea"/>
              </a:rPr>
              <a:t>From </a:t>
            </a:r>
            <a:r>
              <a:rPr lang="en-GB" altLang="en-US" sz="2000" b="1" dirty="0" err="1" smtClean="0">
                <a:sym typeface="+mn-ea"/>
              </a:rPr>
              <a:t>Kallakurichi</a:t>
            </a:r>
            <a:r>
              <a:rPr lang="en-GB" altLang="en-US" sz="2000" b="1" dirty="0" smtClean="0">
                <a:sym typeface="+mn-ea"/>
              </a:rPr>
              <a:t> to </a:t>
            </a:r>
            <a:r>
              <a:rPr lang="en-GB" altLang="en-US" sz="2000" b="1" dirty="0" err="1" smtClean="0">
                <a:sym typeface="+mn-ea"/>
              </a:rPr>
              <a:t>Attur</a:t>
            </a:r>
            <a:r>
              <a:rPr lang="en-GB" altLang="en-US" sz="2000" b="1" dirty="0" smtClean="0">
                <a:sym typeface="+mn-ea"/>
              </a:rPr>
              <a:t> 50x25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5736" b="5736"/>
          <a:stretch/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err="1" smtClean="0"/>
              <a:t>Me</a:t>
            </a:r>
            <a:r>
              <a:rPr lang="en-US" sz="3600" b="1" dirty="0" err="1" smtClean="0"/>
              <a:t>ttur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Mettur</a:t>
            </a:r>
            <a:r>
              <a:rPr lang="en-US" sz="2000" b="1" dirty="0" smtClean="0"/>
              <a:t> Road  Towards </a:t>
            </a:r>
            <a:r>
              <a:rPr lang="en-US" sz="2000" b="1" dirty="0" err="1" smtClean="0"/>
              <a:t>Mecheri</a:t>
            </a:r>
            <a:r>
              <a:rPr lang="en-US" sz="2000" b="1" dirty="0" smtClean="0"/>
              <a:t> /</a:t>
            </a:r>
            <a:r>
              <a:rPr lang="en-US" sz="2000" b="1" dirty="0" err="1" smtClean="0"/>
              <a:t>Mettur</a:t>
            </a:r>
            <a:r>
              <a:rPr lang="en-US" sz="2000" b="1" dirty="0" smtClean="0"/>
              <a:t> – 35x25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b="1" dirty="0" smtClean="0"/>
              <a:t>Salem – </a:t>
            </a:r>
            <a:r>
              <a:rPr lang="en-US" sz="2000" b="1" dirty="0" err="1" smtClean="0"/>
              <a:t>Mettur</a:t>
            </a:r>
            <a:r>
              <a:rPr lang="en-US" sz="2000" b="1" dirty="0" smtClean="0"/>
              <a:t> Dam  - 40x20</a:t>
            </a:r>
            <a:endParaRPr lang="en-US" alt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="" xmlns:a16="http://schemas.microsoft.com/office/drawing/2014/main" id="{BD98C884-EF67-DC08-25A8-804E9081E9DA}"/>
              </a:ext>
            </a:extLst>
          </p:cNvPr>
          <p:cNvSpPr/>
          <p:nvPr/>
        </p:nvSpPr>
        <p:spPr>
          <a:xfrm>
            <a:off x="2806738" y="1262073"/>
            <a:ext cx="113555" cy="170929"/>
          </a:xfrm>
          <a:prstGeom prst="downArrow">
            <a:avLst/>
          </a:prstGeom>
          <a:solidFill>
            <a:srgbClr val="FF000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type="pic" idx="1"/>
          </p:nvPr>
        </p:nvPicPr>
        <p:blipFill>
          <a:blip r:embed="rId2"/>
          <a:srcRect l="4233" r="4233"/>
          <a:stretch>
            <a:fillRect/>
          </a:stretch>
        </p:blipFill>
        <p:spPr bwMode="auto">
          <a:xfrm>
            <a:off x="1209675" y="436563"/>
            <a:ext cx="9772650" cy="6005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2721114"/>
            <a:ext cx="9144000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Thank You.</a:t>
            </a:r>
          </a:p>
        </p:txBody>
      </p:sp>
    </p:spTree>
    <p:extLst>
      <p:ext uri="{BB962C8B-B14F-4D97-AF65-F5344CB8AC3E}">
        <p14:creationId xmlns="" xmlns:p14="http://schemas.microsoft.com/office/powerpoint/2010/main" val="1139421567"/>
      </p:ext>
    </p:extLst>
  </p:cSld>
  <p:clrMapOvr>
    <a:masterClrMapping/>
  </p:clrMapOvr>
</p:sld>
</file>

<file path=ppt/slides/slide_gen_9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BE30282-AB3C-D235-BF28-FB8B6E623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A0703B05-5D76-880D-B729-6D58B159872F}"/>
              </a:ext>
            </a:extLst>
          </p:cNvPr>
          <p:cNvSpPr/>
          <p:nvPr/>
        </p:nvSpPr>
        <p:spPr>
          <a:xfrm>
            <a:off x="1524000" y="2721114"/>
            <a:ext cx="9144000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4000" b="1" dirty="0"/>
              <a:t>State – Tamil Nadu</a:t>
            </a:r>
          </a:p>
        </p:txBody>
      </p:sp>
    </p:spTree>
    <p:extLst>
      <p:ext uri="{BB962C8B-B14F-4D97-AF65-F5344CB8AC3E}">
        <p14:creationId xmlns="" xmlns:p14="http://schemas.microsoft.com/office/powerpoint/2010/main" val="697673989"/>
      </p:ext>
    </p:extLst>
  </p:cSld>
  <p:clrMapOvr>
    <a:masterClrMapping/>
  </p:clrMapOvr>
</p:sld>
</file>

<file path=ppt/slides/slide_gen_9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2783840"/>
            <a:ext cx="12192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600" b="1" dirty="0" smtClean="0"/>
              <a:t>Chennai</a:t>
            </a:r>
            <a:endParaRPr lang="en-US" altLang="en-US" sz="36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slides/slide_gen_9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TextBox 5">
            <a:extLst>
              <a:ext uri="{FF2B5EF4-FFF2-40B4-BE49-F238E27FC236}">
                <a16:creationId xmlns="" xmlns:a16="http://schemas.microsoft.com/office/drawing/2014/main" id="{13BF4B33-4443-D8E6-BC6E-FFE7B5B25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121920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None/>
            </a:pPr>
            <a:r>
              <a:rPr lang="en-US" sz="2000" dirty="0" smtClean="0">
                <a:latin typeface="+mn-lt"/>
              </a:rPr>
              <a:t>Queens Land - Pappanchathiram Towards Sriperambadhur 50x30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xmlns="" id="{B57847B6-3C07-25AC-F666-1440140D895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9032" b="9032"/>
          <a:stretch>
            <a:fillRect/>
          </a:stretch>
        </p:blipFill>
        <p:spPr>
          <a:xfrm>
            <a:off x="1209675" y="436563"/>
            <a:ext cx="4836325" cy="6005512"/>
          </a:xfrm>
          <a:prstGeom prst="rect">
            <a:avLst/>
          </a:prstGeom>
        </p:spPr>
      </p:pic>
      <p:sp>
        <p:nvSpPr>
          <p:cNvPr name="Map Placeholder" id="18803"/>
          <p:cNvSpPr txBox="true"/>
          <p:nvPr/>
        </p:nvSpPr>
        <p:spPr>
          <a:xfrm>
            <a:off x="6146000" y="436563"/>
            <a:ext cx="4836325" cy="6005512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anchor="ctr" wrap="square">
            <a:normAutofit/>
          </a:bodyPr>
          <a:lstStyle/>
          <a:p>
            <a:pPr algn="ctr"/>
            <a:r>
              <a:rPr lang="en-US" sz="1800">
                <a:solidFill>
                  <a:srgbClr val="666666"/>
                </a:solidFill>
                <a:latin typeface="Times New Roman MT"/>
              </a:rPr>
              <a:t>Insert your map image here</a:t>
            </a:r>
          </a:p>
        </p:txBody>
      </p:sp>
    </p:spTree>
    <p:extLst>
      <p:ext uri="{BB962C8B-B14F-4D97-AF65-F5344CB8AC3E}">
        <p14:creationId xmlns="" xmlns:p14="http://schemas.microsoft.com/office/powerpoint/2010/main" val="4226916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5715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2203</TotalTime>
  <Words>401</Words>
  <Application>Microsoft Office PowerPoint</Application>
  <PresentationFormat>Custom</PresentationFormat>
  <Paragraphs>70</Paragraphs>
  <Slides>69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0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Publicis Groupe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Vikram Das</dc:creator>
  <cp:lastModifiedBy>User</cp:lastModifiedBy>
  <cp:revision>182</cp:revision>
  <dcterms:created xsi:type="dcterms:W3CDTF">2022-05-13T08:41:09Z</dcterms:created>
  <dcterms:modified xsi:type="dcterms:W3CDTF">2026-09-03T07:23:16Z</dcterms:modified>
</cp:coreProperties>
</file>