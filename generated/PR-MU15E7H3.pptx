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Proposal PR-MU15E7H3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Ajay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Customer: Ajay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Email: fdf@gmail.com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Phone: 8825821924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Total Amount: ₹0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GST Amount: ₹0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Monthly Amount: ₹330000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Media Count: 7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Selected Media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MediaCode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City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Monthly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ADINOTHER015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Sattur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40x25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₹45000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ADINOTHER014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Sattur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40x25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₹45000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ADINOTHER008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Hoarding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Pondicherry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40x25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₹60000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ADINOTHER009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Hoarding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Panrutti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20x20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₹24000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ADINOTHER010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Hoarding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Dharmapuri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30x20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₹36000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ADINOTHER006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Krishnagiri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40x25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₹60000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ADINOTHER007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Unipole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Krishnagiri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Tamil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Nadu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40x25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₹60000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ADINOTHER015 — Sattur towards Madurai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Sattur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Unipole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40x25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₹45000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ADINOTHER014 — Sattur towards Tirunelveli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Sattur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Unipole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40x25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₹45000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ADINOTHER008 — ECR Road near Sri Sankars Vidayalaya Hr.Sec.School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Pondicherry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Hoarding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40x25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₹60000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ADINOTHER009 — Inside bus stand- Panrutti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Panrutti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Hoarding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20x20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₹24000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ADINOTHER010 — Palakodu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Dharmapuri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Hoarding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30x20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₹36000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ADINOTHER006 — Junjupalli Flyover towards Hosur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Krishnagiri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Unipole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40x25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₹60000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ADINOTHER007 — Kundarapalli Flyover towards Hosur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572000" cy="32004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999999"/>
                </a:solidFill>
              </a:rPr>
              <a:t>No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12080" y="91440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City: Krishnagiri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State: Tamil Nadu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Media Type: Unipole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Illumination: Not Lit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Size: 40x25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Monthly Amount: ₹60000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Status: available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2026-09-14T11:16:47Z</dcterms:created>
  <dcterms:modified xsi:type="dcterms:W3CDTF">2026-09-14T11:16:47Z</dcterms:modified>
</cp:coreProperties>
</file>