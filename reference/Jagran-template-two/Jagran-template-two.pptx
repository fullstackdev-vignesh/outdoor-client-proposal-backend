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878" r:id="rId2"/>
    <p:sldId id="1051" r:id="rId3"/>
    <p:sldId id="1052" r:id="rId4"/>
    <p:sldId id="1053" r:id="rId5"/>
    <p:sldId id="1055" r:id="rId6"/>
    <p:sldId id="889" r:id="rId7"/>
    <p:sldId id="892" r:id="rId8"/>
    <p:sldId id="898" r:id="rId9"/>
    <p:sldId id="901" r:id="rId10"/>
    <p:sldId id="902" r:id="rId11"/>
    <p:sldId id="903" r:id="rId12"/>
    <p:sldId id="904" r:id="rId13"/>
    <p:sldId id="905" r:id="rId14"/>
    <p:sldId id="911" r:id="rId15"/>
    <p:sldId id="913" r:id="rId16"/>
    <p:sldId id="914" r:id="rId17"/>
    <p:sldId id="877" r:id="rId18"/>
  </p:sldIdLst>
  <p:sldSz cx="17279938" cy="8640763"/>
  <p:notesSz cx="6858000" cy="9144000"/>
  <p:defaultTextStyle>
    <a:defPPr defTabSz="1161654">
      <a:defRPr lang="en-US" dirty="0"/>
    </a:defPPr>
    <a:lvl1pPr marL="0" algn="l" defTabSz="1161654" rtl="0">
      <a:defRPr sz="2287" kern="1200" dirty="0">
        <a:solidFill>
          <a:schemeClr val="tx1"/>
        </a:solidFill>
        <a:latin typeface="+mn-lt"/>
        <a:ea typeface="+mn-ea"/>
        <a:cs typeface="+mn-cs"/>
      </a:defRPr>
    </a:lvl1pPr>
    <a:lvl2pPr marL="580827" algn="l" defTabSz="1161654" rtl="0">
      <a:defRPr sz="2287" kern="1200" dirty="0">
        <a:solidFill>
          <a:schemeClr val="tx1"/>
        </a:solidFill>
        <a:latin typeface="+mn-lt"/>
        <a:ea typeface="+mn-ea"/>
        <a:cs typeface="+mn-cs"/>
      </a:defRPr>
    </a:lvl2pPr>
    <a:lvl3pPr marL="1161654" algn="l" defTabSz="1161654" rtl="0">
      <a:defRPr sz="2287" kern="1200" dirty="0">
        <a:solidFill>
          <a:schemeClr val="tx1"/>
        </a:solidFill>
        <a:latin typeface="+mn-lt"/>
        <a:ea typeface="+mn-ea"/>
        <a:cs typeface="+mn-cs"/>
      </a:defRPr>
    </a:lvl3pPr>
    <a:lvl4pPr marL="1742481" algn="l" defTabSz="1161654" rtl="0">
      <a:defRPr sz="2287" kern="1200" dirty="0">
        <a:solidFill>
          <a:schemeClr val="tx1"/>
        </a:solidFill>
        <a:latin typeface="+mn-lt"/>
        <a:ea typeface="+mn-ea"/>
        <a:cs typeface="+mn-cs"/>
      </a:defRPr>
    </a:lvl4pPr>
    <a:lvl5pPr marL="2323308" algn="l" defTabSz="1161654" rtl="0">
      <a:defRPr sz="2287" kern="1200" dirty="0">
        <a:solidFill>
          <a:schemeClr val="tx1"/>
        </a:solidFill>
        <a:latin typeface="+mn-lt"/>
        <a:ea typeface="+mn-ea"/>
        <a:cs typeface="+mn-cs"/>
      </a:defRPr>
    </a:lvl5pPr>
    <a:lvl6pPr marL="2904134" algn="l" defTabSz="1161654" rtl="0">
      <a:defRPr sz="2287" kern="1200" dirty="0">
        <a:solidFill>
          <a:schemeClr val="tx1"/>
        </a:solidFill>
        <a:latin typeface="+mn-lt"/>
        <a:ea typeface="+mn-ea"/>
        <a:cs typeface="+mn-cs"/>
      </a:defRPr>
    </a:lvl6pPr>
    <a:lvl7pPr marL="3484961" algn="l" defTabSz="1161654" rtl="0">
      <a:defRPr sz="2287" kern="1200" dirty="0">
        <a:solidFill>
          <a:schemeClr val="tx1"/>
        </a:solidFill>
        <a:latin typeface="+mn-lt"/>
        <a:ea typeface="+mn-ea"/>
        <a:cs typeface="+mn-cs"/>
      </a:defRPr>
    </a:lvl7pPr>
    <a:lvl8pPr marL="4065788" algn="l" defTabSz="1161654" rtl="0">
      <a:defRPr sz="2287" kern="1200" dirty="0">
        <a:solidFill>
          <a:schemeClr val="tx1"/>
        </a:solidFill>
        <a:latin typeface="+mn-lt"/>
        <a:ea typeface="+mn-ea"/>
        <a:cs typeface="+mn-cs"/>
      </a:defRPr>
    </a:lvl8pPr>
    <a:lvl9pPr marL="4646615" algn="l" defTabSz="1161654" rtl="0">
      <a:defRPr sz="2287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/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84C225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025"/>
    <p:restoredTop sz="94660"/>
  </p:normalViewPr>
  <p:slideViewPr>
    <p:cSldViewPr>
      <p:cViewPr varScale="1">
        <p:scale>
          <a:sx n="54" d="100"/>
          <a:sy n="54" d="100"/>
        </p:scale>
        <p:origin x="-348" y="-90"/>
      </p:cViewPr>
      <p:guideLst>
        <p:guide orient="horz" pos="2721"/>
        <p:guide pos="419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0724"/>
    </p:cViewPr>
  </p:sorterViewPr>
  <p:notesViewPr>
    <p:cSldViewPr>
      <p:cViewPr varScale="1">
        <p:scale>
          <a:sx n="55" d="100"/>
          <a:sy n="55" d="100"/>
        </p:scale>
        <p:origin x="2880" y="9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white">
          <a:xfrm>
            <a:off x="0" y="0"/>
            <a:ext cx="29718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l">
              <a:defRPr sz="1200" dirty="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white">
          <a:xfrm>
            <a:off x="3884613" y="0"/>
            <a:ext cx="29718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r">
              <a:defRPr sz="1200" dirty="0"/>
            </a:lvl1pPr>
          </a:lstStyle>
          <a:p>
            <a:fld id="{5A6348B6-9D62-40E5-B216-338482B59DA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white">
          <a:xfrm>
            <a:off x="1588" y="685800"/>
            <a:ext cx="6854825" cy="3429000"/>
          </a:xfrm>
          <a:prstGeom prst="rect">
            <a:avLst/>
          </a:prstGeom>
          <a:noFill/>
          <a:ln w="12700">
            <a:solidFill>
              <a:srgbClr val="000000"/>
            </a:solidFill>
            <a:headEnd type="none"/>
            <a:tailEnd type="none"/>
          </a:ln>
        </p:spPr>
        <p:txBody>
          <a:bodyPr wrap="square" lIns="91440" tIns="45720" rIns="91440" bIns="4572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85800" y="4343400"/>
            <a:ext cx="5486400" cy="4114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white">
          <a:xfrm>
            <a:off x="0" y="8685213"/>
            <a:ext cx="29718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l">
              <a:defRPr sz="1200" dirty="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white">
          <a:xfrm>
            <a:off x="3884613" y="8685213"/>
            <a:ext cx="29718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r">
              <a:defRPr sz="1200" dirty="0"/>
            </a:lvl1pPr>
          </a:lstStyle>
          <a:p>
            <a:fld id="{BC096D9B-ED76-43C6-BDFE-81DBF4F5231C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161654" rtl="0">
      <a:defRPr sz="1524" kern="1200" dirty="0">
        <a:solidFill>
          <a:schemeClr val="dk1"/>
        </a:solidFill>
        <a:latin typeface="+mn-lt"/>
        <a:ea typeface="+mn-ea"/>
        <a:cs typeface="+mn-cs"/>
      </a:defRPr>
    </a:lvl1pPr>
    <a:lvl2pPr marL="580827" algn="l" defTabSz="1161654" rtl="0">
      <a:defRPr sz="1524" kern="1200" dirty="0">
        <a:solidFill>
          <a:schemeClr val="dk1"/>
        </a:solidFill>
        <a:latin typeface="+mn-lt"/>
        <a:ea typeface="+mn-ea"/>
        <a:cs typeface="+mn-cs"/>
      </a:defRPr>
    </a:lvl2pPr>
    <a:lvl3pPr marL="1161654" algn="l" defTabSz="1161654" rtl="0">
      <a:defRPr sz="1524" kern="1200" dirty="0">
        <a:solidFill>
          <a:schemeClr val="dk1"/>
        </a:solidFill>
        <a:latin typeface="+mn-lt"/>
        <a:ea typeface="+mn-ea"/>
        <a:cs typeface="+mn-cs"/>
      </a:defRPr>
    </a:lvl3pPr>
    <a:lvl4pPr marL="1742481" algn="l" defTabSz="1161654" rtl="0">
      <a:defRPr sz="1524" kern="1200" dirty="0">
        <a:solidFill>
          <a:schemeClr val="dk1"/>
        </a:solidFill>
        <a:latin typeface="+mn-lt"/>
        <a:ea typeface="+mn-ea"/>
        <a:cs typeface="+mn-cs"/>
      </a:defRPr>
    </a:lvl4pPr>
    <a:lvl5pPr marL="2323308" algn="l" defTabSz="1161654" rtl="0">
      <a:defRPr sz="1524" kern="1200" dirty="0">
        <a:solidFill>
          <a:schemeClr val="dk1"/>
        </a:solidFill>
        <a:latin typeface="+mn-lt"/>
        <a:ea typeface="+mn-ea"/>
        <a:cs typeface="+mn-cs"/>
      </a:defRPr>
    </a:lvl5pPr>
    <a:lvl6pPr marL="2904134" algn="l" defTabSz="1161654" rtl="0">
      <a:defRPr sz="1524" kern="1200" dirty="0">
        <a:solidFill>
          <a:schemeClr val="dk1"/>
        </a:solidFill>
        <a:latin typeface="+mn-lt"/>
        <a:ea typeface="+mn-ea"/>
        <a:cs typeface="+mn-cs"/>
      </a:defRPr>
    </a:lvl6pPr>
    <a:lvl7pPr marL="3484961" algn="l" defTabSz="1161654" rtl="0">
      <a:defRPr sz="1524" kern="1200" dirty="0">
        <a:solidFill>
          <a:schemeClr val="dk1"/>
        </a:solidFill>
        <a:latin typeface="+mn-lt"/>
        <a:ea typeface="+mn-ea"/>
        <a:cs typeface="+mn-cs"/>
      </a:defRPr>
    </a:lvl7pPr>
    <a:lvl8pPr marL="4065788" algn="l" defTabSz="1161654" rtl="0">
      <a:defRPr sz="1524" kern="1200" dirty="0">
        <a:solidFill>
          <a:schemeClr val="dk1"/>
        </a:solidFill>
        <a:latin typeface="+mn-lt"/>
        <a:ea typeface="+mn-ea"/>
        <a:cs typeface="+mn-cs"/>
      </a:defRPr>
    </a:lvl8pPr>
    <a:lvl9pPr marL="4646615" algn="l" defTabSz="1161654" rtl="0">
      <a:defRPr sz="1524" kern="1200" dirty="0">
        <a:solidFill>
          <a:schemeClr val="dk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oarding w/o traff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72"/>
          <p:cNvSpPr>
            <a:spLocks noChangeAspect="1"/>
          </p:cNvSpPr>
          <p:nvPr userDrawn="1"/>
        </p:nvSpPr>
        <p:spPr bwMode="auto">
          <a:xfrm>
            <a:off x="15299149" y="45478"/>
            <a:ext cx="1946685" cy="1137700"/>
          </a:xfrm>
          <a:prstGeom prst="rect">
            <a:avLst/>
          </a:prstGeom>
          <a:blipFill>
            <a:blip r:embed="rId2">
              <a:alphaModFix/>
            </a:blip>
            <a:srcRect/>
            <a:stretch>
              <a:fillRect/>
            </a:stretch>
          </a:blipFill>
          <a:ln>
            <a:noFill/>
            <a:headEnd type="none"/>
            <a:tailEnd type="none"/>
          </a:ln>
        </p:spPr>
        <p:txBody>
          <a:bodyPr wrap="square" lIns="0" tIns="0" rIns="0" bIns="0"/>
          <a:lstStyle>
            <a:lvl1pPr defTabSz="1161654">
              <a:defRPr dirty="0">
                <a:solidFill>
                  <a:schemeClr val="tx1"/>
                </a:solidFill>
                <a:latin typeface="Arial"/>
              </a:defRPr>
            </a:lvl1pPr>
            <a:lvl2pPr marL="742950" indent="-285750" defTabSz="1161654">
              <a:defRPr dirty="0">
                <a:solidFill>
                  <a:schemeClr val="tx1"/>
                </a:solidFill>
                <a:latin typeface="Arial"/>
              </a:defRPr>
            </a:lvl2pPr>
            <a:lvl3pPr marL="1143000" indent="-228600" defTabSz="1161654">
              <a:defRPr dirty="0">
                <a:solidFill>
                  <a:schemeClr val="tx1"/>
                </a:solidFill>
                <a:latin typeface="Arial"/>
              </a:defRPr>
            </a:lvl3pPr>
            <a:lvl4pPr marL="1600200" indent="-228600" defTabSz="1161654">
              <a:defRPr dirty="0">
                <a:solidFill>
                  <a:schemeClr val="tx1"/>
                </a:solidFill>
                <a:latin typeface="Arial"/>
              </a:defRPr>
            </a:lvl4pPr>
            <a:lvl5pPr marL="2057400" indent="-228600" defTabSz="1161654">
              <a:defRPr dirty="0">
                <a:solidFill>
                  <a:schemeClr val="tx1"/>
                </a:solidFill>
                <a:latin typeface="Arial"/>
              </a:defRPr>
            </a:lvl5pPr>
            <a:lvl6pPr marL="2514600" indent="-228600" defTabSz="1161654" fontAlgn="base">
              <a:spcBef>
                <a:spcPct val="0"/>
              </a:spcBef>
              <a:spcAft>
                <a:spcPct val="0"/>
              </a:spcAft>
              <a:defRPr dirty="0">
                <a:solidFill>
                  <a:schemeClr val="tx1"/>
                </a:solidFill>
                <a:latin typeface="Arial"/>
              </a:defRPr>
            </a:lvl6pPr>
            <a:lvl7pPr marL="2971800" indent="-228600" defTabSz="1161654" fontAlgn="base">
              <a:spcBef>
                <a:spcPct val="0"/>
              </a:spcBef>
              <a:spcAft>
                <a:spcPct val="0"/>
              </a:spcAft>
              <a:defRPr dirty="0">
                <a:solidFill>
                  <a:schemeClr val="tx1"/>
                </a:solidFill>
                <a:latin typeface="Arial"/>
              </a:defRPr>
            </a:lvl7pPr>
            <a:lvl8pPr marL="3429000" indent="-228600" defTabSz="1161654" fontAlgn="base">
              <a:spcBef>
                <a:spcPct val="0"/>
              </a:spcBef>
              <a:spcAft>
                <a:spcPct val="0"/>
              </a:spcAft>
              <a:defRPr dirty="0">
                <a:solidFill>
                  <a:schemeClr val="tx1"/>
                </a:solidFill>
                <a:latin typeface="Arial"/>
              </a:defRPr>
            </a:lvl8pPr>
            <a:lvl9pPr marL="3886200" indent="-228600" defTabSz="1161654" fontAlgn="base">
              <a:spcBef>
                <a:spcPct val="0"/>
              </a:spcBef>
              <a:spcAft>
                <a:spcPct val="0"/>
              </a:spcAft>
              <a:defRPr dirty="0">
                <a:solidFill>
                  <a:schemeClr val="tx1"/>
                </a:solidFill>
                <a:latin typeface="Arial"/>
              </a:defRPr>
            </a:lvl9pPr>
          </a:lstStyle>
          <a:p>
            <a:pPr defTabSz="1161654"/>
            <a:endParaRPr lang="en-US" altLang="en-US" sz="2520" dirty="0"/>
          </a:p>
        </p:txBody>
      </p:sp>
      <p:sp>
        <p:nvSpPr>
          <p:cNvPr id="4" name="Text Placeholder 10"/>
          <p:cNvSpPr txBox="1">
            <a:spLocks noChangeArrowheads="1"/>
          </p:cNvSpPr>
          <p:nvPr userDrawn="1"/>
        </p:nvSpPr>
        <p:spPr bwMode="white">
          <a:xfrm>
            <a:off x="10915588" y="1323740"/>
            <a:ext cx="6125436" cy="1609099"/>
          </a:xfrm>
          <a:prstGeom prst="rect">
            <a:avLst/>
          </a:prstGeom>
          <a:ln>
            <a:solidFill>
              <a:srgbClr val="FF9900"/>
            </a:solidFill>
            <a:headEnd type="none"/>
            <a:tailEnd type="none"/>
          </a:ln>
        </p:spPr>
        <p:txBody>
          <a:bodyPr wrap="square" anchor="ctr"/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IN" sz="2800" dirty="0">
                <a:latin typeface="+mj-lt"/>
              </a:rPr>
              <a:t>Location: </a:t>
            </a:r>
          </a:p>
        </p:txBody>
      </p:sp>
      <p:sp>
        <p:nvSpPr>
          <p:cNvPr id="5" name="Text Placeholder 10"/>
          <p:cNvSpPr txBox="1">
            <a:spLocks noChangeArrowheads="1"/>
          </p:cNvSpPr>
          <p:nvPr userDrawn="1"/>
        </p:nvSpPr>
        <p:spPr bwMode="white">
          <a:xfrm>
            <a:off x="10915588" y="5860870"/>
            <a:ext cx="1985367" cy="721384"/>
          </a:xfrm>
          <a:prstGeom prst="rect">
            <a:avLst/>
          </a:prstGeom>
          <a:ln>
            <a:solidFill>
              <a:srgbClr val="FF9900"/>
            </a:solidFill>
            <a:headEnd type="none"/>
            <a:tailEnd type="none"/>
          </a:ln>
        </p:spPr>
        <p:txBody>
          <a:bodyPr wrap="square" anchor="ctr"/>
          <a:lstStyle>
            <a:lvl1pPr marL="0" indent="0" algn="ctr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/>
            <a:r>
              <a:rPr lang="en-IN" sz="2800" dirty="0">
                <a:latin typeface="+mj-lt"/>
              </a:rPr>
              <a:t>Size</a:t>
            </a:r>
          </a:p>
        </p:txBody>
      </p:sp>
      <p:sp>
        <p:nvSpPr>
          <p:cNvPr id="7" name="Text Placeholder 10"/>
          <p:cNvSpPr txBox="1">
            <a:spLocks noChangeArrowheads="1"/>
          </p:cNvSpPr>
          <p:nvPr userDrawn="1"/>
        </p:nvSpPr>
        <p:spPr bwMode="white">
          <a:xfrm>
            <a:off x="10906629" y="3244565"/>
            <a:ext cx="6125436" cy="687600"/>
          </a:xfrm>
          <a:prstGeom prst="rect">
            <a:avLst/>
          </a:prstGeom>
          <a:ln>
            <a:solidFill>
              <a:srgbClr val="FF9900"/>
            </a:solidFill>
            <a:headEnd type="none"/>
            <a:tailEnd type="none"/>
          </a:ln>
        </p:spPr>
        <p:txBody>
          <a:bodyPr wrap="square" anchor="ctr"/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IN" sz="2800" dirty="0">
                <a:latin typeface="+mj-lt"/>
              </a:rPr>
              <a:t>State:</a:t>
            </a:r>
          </a:p>
        </p:txBody>
      </p:sp>
      <p:sp>
        <p:nvSpPr>
          <p:cNvPr id="8" name="Text Placeholder 10"/>
          <p:cNvSpPr txBox="1">
            <a:spLocks noChangeArrowheads="1"/>
          </p:cNvSpPr>
          <p:nvPr userDrawn="1"/>
        </p:nvSpPr>
        <p:spPr bwMode="white">
          <a:xfrm>
            <a:off x="13285385" y="5896454"/>
            <a:ext cx="1679184" cy="685800"/>
          </a:xfrm>
          <a:prstGeom prst="rect">
            <a:avLst/>
          </a:prstGeom>
          <a:ln>
            <a:solidFill>
              <a:srgbClr val="FF9900"/>
            </a:solidFill>
            <a:headEnd type="none"/>
            <a:tailEnd type="none"/>
          </a:ln>
        </p:spPr>
        <p:txBody>
          <a:bodyPr wrap="square" anchor="ctr"/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IN" sz="2800" dirty="0">
                <a:latin typeface="+mj-lt"/>
              </a:rPr>
              <a:t>W:</a:t>
            </a:r>
          </a:p>
        </p:txBody>
      </p:sp>
      <p:sp>
        <p:nvSpPr>
          <p:cNvPr id="9" name="Text Placeholder 10"/>
          <p:cNvSpPr txBox="1">
            <a:spLocks noChangeArrowheads="1"/>
          </p:cNvSpPr>
          <p:nvPr userDrawn="1"/>
        </p:nvSpPr>
        <p:spPr bwMode="white">
          <a:xfrm>
            <a:off x="15344150" y="5885577"/>
            <a:ext cx="1679184" cy="685800"/>
          </a:xfrm>
          <a:prstGeom prst="rect">
            <a:avLst/>
          </a:prstGeom>
          <a:ln>
            <a:solidFill>
              <a:srgbClr val="FF9900"/>
            </a:solidFill>
            <a:headEnd type="none"/>
            <a:tailEnd type="none"/>
          </a:ln>
        </p:spPr>
        <p:txBody>
          <a:bodyPr wrap="square" anchor="ctr"/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IN" sz="2800" dirty="0">
                <a:latin typeface="+mj-lt"/>
              </a:rPr>
              <a:t>H:</a:t>
            </a:r>
          </a:p>
        </p:txBody>
      </p:sp>
      <p:sp>
        <p:nvSpPr>
          <p:cNvPr id="10" name="Text Placeholder 10"/>
          <p:cNvSpPr txBox="1">
            <a:spLocks noChangeArrowheads="1"/>
          </p:cNvSpPr>
          <p:nvPr userDrawn="1"/>
        </p:nvSpPr>
        <p:spPr bwMode="white">
          <a:xfrm>
            <a:off x="10915588" y="5013091"/>
            <a:ext cx="3286981" cy="685800"/>
          </a:xfrm>
          <a:prstGeom prst="rect">
            <a:avLst/>
          </a:prstGeom>
          <a:ln>
            <a:solidFill>
              <a:srgbClr val="FF9900"/>
            </a:solidFill>
            <a:headEnd type="none"/>
            <a:tailEnd type="none"/>
          </a:ln>
        </p:spPr>
        <p:txBody>
          <a:bodyPr wrap="square" anchor="ctr"/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IN" sz="2800" dirty="0">
                <a:latin typeface="+mj-lt"/>
              </a:rPr>
              <a:t>Media:</a:t>
            </a:r>
          </a:p>
        </p:txBody>
      </p:sp>
      <p:sp>
        <p:nvSpPr>
          <p:cNvPr id="11" name="Text Placeholder 10"/>
          <p:cNvSpPr txBox="1">
            <a:spLocks noChangeArrowheads="1"/>
          </p:cNvSpPr>
          <p:nvPr userDrawn="1"/>
        </p:nvSpPr>
        <p:spPr bwMode="white">
          <a:xfrm>
            <a:off x="10921463" y="4129728"/>
            <a:ext cx="6125436" cy="685800"/>
          </a:xfrm>
          <a:prstGeom prst="rect">
            <a:avLst/>
          </a:prstGeom>
          <a:ln>
            <a:solidFill>
              <a:srgbClr val="FF9900"/>
            </a:solidFill>
            <a:headEnd type="none"/>
            <a:tailEnd type="none"/>
          </a:ln>
        </p:spPr>
        <p:txBody>
          <a:bodyPr wrap="square" anchor="ctr"/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IN" sz="2800" dirty="0">
                <a:latin typeface="+mj-lt"/>
              </a:rPr>
              <a:t>City:</a:t>
            </a:r>
          </a:p>
        </p:txBody>
      </p:sp>
      <p:sp>
        <p:nvSpPr>
          <p:cNvPr id="12" name="Text Placeholder 10"/>
          <p:cNvSpPr txBox="1">
            <a:spLocks noChangeArrowheads="1"/>
          </p:cNvSpPr>
          <p:nvPr userDrawn="1"/>
        </p:nvSpPr>
        <p:spPr bwMode="white">
          <a:xfrm>
            <a:off x="10897898" y="6779817"/>
            <a:ext cx="6125436" cy="685800"/>
          </a:xfrm>
          <a:prstGeom prst="rect">
            <a:avLst/>
          </a:prstGeom>
          <a:ln>
            <a:solidFill>
              <a:srgbClr val="FF9900"/>
            </a:solidFill>
            <a:headEnd type="none"/>
            <a:tailEnd type="none"/>
          </a:ln>
        </p:spPr>
        <p:txBody>
          <a:bodyPr wrap="square" anchor="ctr"/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IN" sz="2800" dirty="0">
                <a:latin typeface="+mj-lt"/>
              </a:rPr>
              <a:t>Duration:</a:t>
            </a:r>
          </a:p>
        </p:txBody>
      </p:sp>
      <p:sp>
        <p:nvSpPr>
          <p:cNvPr id="13" name="Text Placeholder 10"/>
          <p:cNvSpPr txBox="1">
            <a:spLocks noChangeArrowheads="1"/>
          </p:cNvSpPr>
          <p:nvPr userDrawn="1"/>
        </p:nvSpPr>
        <p:spPr bwMode="white">
          <a:xfrm>
            <a:off x="14354969" y="5013091"/>
            <a:ext cx="2668365" cy="664046"/>
          </a:xfrm>
          <a:prstGeom prst="rect">
            <a:avLst/>
          </a:prstGeom>
          <a:ln>
            <a:solidFill>
              <a:srgbClr val="FF9900"/>
            </a:solidFill>
            <a:headEnd type="none"/>
            <a:tailEnd type="none"/>
          </a:ln>
        </p:spPr>
        <p:txBody>
          <a:bodyPr wrap="square" anchor="ctr"/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IN" sz="2800" dirty="0">
                <a:latin typeface="+mj-lt"/>
              </a:rPr>
              <a:t>Type: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295996" y="2684243"/>
            <a:ext cx="14687947" cy="185216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23353" tIns="61676" rIns="123353" bIns="61676"/>
          <a:lstStyle/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ctr" defTabSz="1279896" rtl="0">
        <a:spcBef>
          <a:spcPct val="0"/>
        </a:spcBef>
        <a:buNone/>
        <a:defRPr sz="6159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9961" indent="-479961" algn="l" defTabSz="1279896" rtl="0">
        <a:spcBef>
          <a:spcPct val="20000"/>
        </a:spcBef>
        <a:buFont typeface="Arial"/>
        <a:buChar char="•"/>
        <a:defRPr sz="4479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039915" indent="-399967" algn="l" defTabSz="1279896" rtl="0">
        <a:spcBef>
          <a:spcPct val="20000"/>
        </a:spcBef>
        <a:buFont typeface="Arial"/>
        <a:buChar char="–"/>
        <a:defRPr sz="3919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599869" indent="-319975" algn="l" defTabSz="1279896" rtl="0">
        <a:spcBef>
          <a:spcPct val="20000"/>
        </a:spcBef>
        <a:buFont typeface="Arial"/>
        <a:buChar char="•"/>
        <a:defRPr sz="336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2239818" indent="-319975" algn="l" defTabSz="1279896" rtl="0">
        <a:spcBef>
          <a:spcPct val="20000"/>
        </a:spcBef>
        <a:buFont typeface="Arial"/>
        <a:buChar char="–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879765" indent="-319975" algn="l" defTabSz="1279896" rtl="0">
        <a:spcBef>
          <a:spcPct val="20000"/>
        </a:spcBef>
        <a:buFont typeface="Arial"/>
        <a:buChar char="»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519712" indent="-319975" algn="l" defTabSz="1279896" rtl="0">
        <a:spcBef>
          <a:spcPct val="20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4159660" indent="-319975" algn="l" defTabSz="1279896" rtl="0">
        <a:spcBef>
          <a:spcPct val="20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4799608" indent="-319975" algn="l" defTabSz="1279896" rtl="0">
        <a:spcBef>
          <a:spcPct val="20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5439555" indent="-319975" algn="l" defTabSz="1279896" rtl="0">
        <a:spcBef>
          <a:spcPct val="20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1279896">
        <a:defRPr lang="en-US" dirty="0"/>
      </a:defPPr>
      <a:lvl1pPr marL="0" algn="l" defTabSz="1279896" rtl="0">
        <a:defRPr sz="252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39947" algn="l" defTabSz="1279896" rtl="0">
        <a:defRPr sz="252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279896" algn="l" defTabSz="1279896" rtl="0">
        <a:defRPr sz="252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919843" algn="l" defTabSz="1279896" rtl="0">
        <a:defRPr sz="252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559790" algn="l" defTabSz="1279896" rtl="0">
        <a:defRPr sz="252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99738" algn="l" defTabSz="1279896" rtl="0">
        <a:defRPr sz="252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3839686" algn="l" defTabSz="1279896" rtl="0">
        <a:defRPr sz="252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4479633" algn="l" defTabSz="1279896" rtl="0">
        <a:defRPr sz="252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5119580" algn="l" defTabSz="1279896" rtl="0">
        <a:defRPr sz="252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295995" y="3394299"/>
            <a:ext cx="14687947" cy="1852163"/>
          </a:xfrm>
          <a:ln>
            <a:headEnd type="none"/>
            <a:tailEnd type="none"/>
          </a:ln>
        </p:spPr>
        <p:txBody>
          <a:bodyPr wrap="square"/>
          <a:lstStyle/>
          <a:p>
            <a:pPr defTabSz="1279896"/>
            <a:r>
              <a:rPr lang="en-IN" sz="6600" b="1" dirty="0">
                <a:latin typeface="Corbel"/>
              </a:rPr>
              <a:t>Jagran</a:t>
            </a:r>
            <a:r>
              <a:rPr lang="en-IN" sz="6600" b="1" dirty="0">
                <a:latin typeface="Corbel Light"/>
              </a:rPr>
              <a:t> </a:t>
            </a:r>
            <a:r>
              <a:rPr lang="en-IN" sz="6600" b="1" dirty="0">
                <a:solidFill>
                  <a:srgbClr val="FF0000"/>
                </a:solidFill>
                <a:latin typeface="Corbel Light"/>
              </a:rPr>
              <a:t>Engage</a:t>
            </a:r>
          </a:p>
        </p:txBody>
      </p:sp>
      <p:sp>
        <p:nvSpPr>
          <p:cNvPr id="3" name="object 472"/>
          <p:cNvSpPr>
            <a:spLocks noChangeAspect="1"/>
          </p:cNvSpPr>
          <p:nvPr/>
        </p:nvSpPr>
        <p:spPr bwMode="auto">
          <a:xfrm>
            <a:off x="15299149" y="45478"/>
            <a:ext cx="1946685" cy="1137700"/>
          </a:xfrm>
          <a:prstGeom prst="rect">
            <a:avLst/>
          </a:prstGeom>
          <a:blipFill>
            <a:blip r:embed="rId2">
              <a:alphaModFix/>
            </a:blip>
            <a:srcRect/>
            <a:stretch>
              <a:fillRect/>
            </a:stretch>
          </a:blipFill>
          <a:ln>
            <a:noFill/>
            <a:headEnd type="none"/>
            <a:tailEnd type="none"/>
          </a:ln>
        </p:spPr>
        <p:txBody>
          <a:bodyPr wrap="square" lIns="0" tIns="0" rIns="0" bIns="0"/>
          <a:lstStyle>
            <a:lvl1pPr defTabSz="1161654">
              <a:defRPr dirty="0">
                <a:solidFill>
                  <a:schemeClr val="tx1"/>
                </a:solidFill>
                <a:latin typeface="Arial"/>
              </a:defRPr>
            </a:lvl1pPr>
            <a:lvl2pPr marL="742950" indent="-285750" defTabSz="1161654">
              <a:defRPr dirty="0">
                <a:solidFill>
                  <a:schemeClr val="tx1"/>
                </a:solidFill>
                <a:latin typeface="Arial"/>
              </a:defRPr>
            </a:lvl2pPr>
            <a:lvl3pPr marL="1143000" indent="-228600" defTabSz="1161654">
              <a:defRPr dirty="0">
                <a:solidFill>
                  <a:schemeClr val="tx1"/>
                </a:solidFill>
                <a:latin typeface="Arial"/>
              </a:defRPr>
            </a:lvl3pPr>
            <a:lvl4pPr marL="1600200" indent="-228600" defTabSz="1161654">
              <a:defRPr dirty="0">
                <a:solidFill>
                  <a:schemeClr val="tx1"/>
                </a:solidFill>
                <a:latin typeface="Arial"/>
              </a:defRPr>
            </a:lvl4pPr>
            <a:lvl5pPr marL="2057400" indent="-228600" defTabSz="1161654">
              <a:defRPr dirty="0">
                <a:solidFill>
                  <a:schemeClr val="tx1"/>
                </a:solidFill>
                <a:latin typeface="Arial"/>
              </a:defRPr>
            </a:lvl5pPr>
            <a:lvl6pPr marL="2514600" indent="-228600" defTabSz="1161654" fontAlgn="base">
              <a:spcBef>
                <a:spcPct val="0"/>
              </a:spcBef>
              <a:spcAft>
                <a:spcPct val="0"/>
              </a:spcAft>
              <a:defRPr dirty="0">
                <a:solidFill>
                  <a:schemeClr val="tx1"/>
                </a:solidFill>
                <a:latin typeface="Arial"/>
              </a:defRPr>
            </a:lvl6pPr>
            <a:lvl7pPr marL="2971800" indent="-228600" defTabSz="1161654" fontAlgn="base">
              <a:spcBef>
                <a:spcPct val="0"/>
              </a:spcBef>
              <a:spcAft>
                <a:spcPct val="0"/>
              </a:spcAft>
              <a:defRPr dirty="0">
                <a:solidFill>
                  <a:schemeClr val="tx1"/>
                </a:solidFill>
                <a:latin typeface="Arial"/>
              </a:defRPr>
            </a:lvl7pPr>
            <a:lvl8pPr marL="3429000" indent="-228600" defTabSz="1161654" fontAlgn="base">
              <a:spcBef>
                <a:spcPct val="0"/>
              </a:spcBef>
              <a:spcAft>
                <a:spcPct val="0"/>
              </a:spcAft>
              <a:defRPr dirty="0">
                <a:solidFill>
                  <a:schemeClr val="tx1"/>
                </a:solidFill>
                <a:latin typeface="Arial"/>
              </a:defRPr>
            </a:lvl8pPr>
            <a:lvl9pPr marL="3886200" indent="-228600" defTabSz="1161654" fontAlgn="base">
              <a:spcBef>
                <a:spcPct val="0"/>
              </a:spcBef>
              <a:spcAft>
                <a:spcPct val="0"/>
              </a:spcAft>
              <a:defRPr dirty="0">
                <a:solidFill>
                  <a:schemeClr val="tx1"/>
                </a:solidFill>
                <a:latin typeface="Arial"/>
              </a:defRPr>
            </a:lvl9pPr>
          </a:lstStyle>
          <a:p>
            <a:pPr defTabSz="1161654"/>
            <a:endParaRPr lang="en-US" altLang="en-US" sz="25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/>
        </p:nvSpPr>
        <p:spPr bwMode="white">
          <a:xfrm>
            <a:off x="-31266" y="3581810"/>
            <a:ext cx="17311204" cy="123255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23353" tIns="61676" rIns="123353" bIns="61676">
            <a:spAutoFit/>
          </a:bodyPr>
          <a:lstStyle/>
          <a:p>
            <a:pPr algn="ctr" defTabSz="616763"/>
            <a:r>
              <a:rPr lang="en-US" sz="7200" b="1" dirty="0">
                <a:solidFill>
                  <a:srgbClr val="FF0000"/>
                </a:solidFill>
                <a:latin typeface="Corbel"/>
                <a:cs typeface="Arial Black"/>
              </a:rPr>
              <a:t>Chennai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6"/>
          <p:cNvSpPr txBox="1">
            <a:spLocks noChangeArrowheads="1"/>
          </p:cNvSpPr>
          <p:nvPr/>
        </p:nvSpPr>
        <p:spPr bwMode="white">
          <a:xfrm>
            <a:off x="12292944" y="1299456"/>
            <a:ext cx="4575988" cy="160909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Velacherry 100 Ft Road Towards Phoenix Mall </a:t>
            </a:r>
            <a:endParaRPr lang="en-US" dirty="0"/>
          </a:p>
        </p:txBody>
      </p:sp>
      <p:sp>
        <p:nvSpPr>
          <p:cNvPr id="28" name="Text Placeholder 16"/>
          <p:cNvSpPr txBox="1">
            <a:spLocks noChangeArrowheads="1"/>
          </p:cNvSpPr>
          <p:nvPr/>
        </p:nvSpPr>
        <p:spPr bwMode="white">
          <a:xfrm>
            <a:off x="11736313" y="3220502"/>
            <a:ext cx="5043804" cy="687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Tamil Nadu</a:t>
            </a:r>
          </a:p>
        </p:txBody>
      </p:sp>
      <p:sp>
        <p:nvSpPr>
          <p:cNvPr id="29" name="Text Placeholder 16"/>
          <p:cNvSpPr txBox="1">
            <a:spLocks noChangeArrowheads="1"/>
          </p:cNvSpPr>
          <p:nvPr/>
        </p:nvSpPr>
        <p:spPr bwMode="white">
          <a:xfrm>
            <a:off x="11546415" y="4152859"/>
            <a:ext cx="5257800" cy="650216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Chennai</a:t>
            </a:r>
          </a:p>
        </p:txBody>
      </p:sp>
      <p:sp>
        <p:nvSpPr>
          <p:cNvPr id="31" name="Text Placeholder 16"/>
          <p:cNvSpPr txBox="1">
            <a:spLocks noChangeArrowheads="1"/>
          </p:cNvSpPr>
          <p:nvPr/>
        </p:nvSpPr>
        <p:spPr bwMode="white">
          <a:xfrm>
            <a:off x="11909412" y="5001571"/>
            <a:ext cx="2123338" cy="685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Hoarding</a:t>
            </a:r>
          </a:p>
        </p:txBody>
      </p:sp>
      <p:sp>
        <p:nvSpPr>
          <p:cNvPr id="32" name="Text Placeholder 16"/>
          <p:cNvSpPr txBox="1">
            <a:spLocks noChangeArrowheads="1"/>
          </p:cNvSpPr>
          <p:nvPr/>
        </p:nvSpPr>
        <p:spPr bwMode="white">
          <a:xfrm>
            <a:off x="15116969" y="5022156"/>
            <a:ext cx="2123338" cy="61762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Front Lit</a:t>
            </a:r>
          </a:p>
        </p:txBody>
      </p:sp>
      <p:sp>
        <p:nvSpPr>
          <p:cNvPr id="33" name="Text Placeholder 16"/>
          <p:cNvSpPr txBox="1">
            <a:spLocks noChangeArrowheads="1"/>
          </p:cNvSpPr>
          <p:nvPr/>
        </p:nvSpPr>
        <p:spPr bwMode="white">
          <a:xfrm>
            <a:off x="15697845" y="5880511"/>
            <a:ext cx="1324124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20.00</a:t>
            </a:r>
          </a:p>
        </p:txBody>
      </p:sp>
      <p:sp>
        <p:nvSpPr>
          <p:cNvPr id="34" name="Text Placeholder 16"/>
          <p:cNvSpPr txBox="1">
            <a:spLocks noChangeArrowheads="1"/>
          </p:cNvSpPr>
          <p:nvPr/>
        </p:nvSpPr>
        <p:spPr bwMode="white">
          <a:xfrm>
            <a:off x="13737335" y="5869827"/>
            <a:ext cx="1249872" cy="67892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112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sz="2700" dirty="0"/>
              <a:t>20.00</a:t>
            </a:r>
          </a:p>
        </p:txBody>
      </p:sp>
      <p:sp>
        <p:nvSpPr>
          <p:cNvPr id="3" name="Text Placeholder 16"/>
          <p:cNvSpPr txBox="1">
            <a:spLocks noChangeArrowheads="1"/>
          </p:cNvSpPr>
          <p:nvPr/>
        </p:nvSpPr>
        <p:spPr bwMode="white">
          <a:xfrm>
            <a:off x="12253145" y="6817052"/>
            <a:ext cx="4707228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30 Days</a:t>
            </a:r>
          </a:p>
        </p:txBody>
      </p:sp>
      <p:pic>
        <p:nvPicPr>
          <p:cNvPr id="2" name="Content Placeholder 4" descr="IMG_617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auto">
          <a:xfrm>
            <a:off x="534554" y="503957"/>
            <a:ext cx="9977623" cy="7500989"/>
          </a:xfrm>
          <a:prstGeom prst="rect">
            <a:avLst/>
          </a:prstGeom>
          <a:noFill/>
          <a:ln w="9525">
            <a:noFill/>
            <a:miter/>
            <a:headEnd type="none"/>
            <a:tailEnd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6"/>
          <p:cNvSpPr txBox="1">
            <a:spLocks noChangeArrowheads="1"/>
          </p:cNvSpPr>
          <p:nvPr/>
        </p:nvSpPr>
        <p:spPr bwMode="white">
          <a:xfrm>
            <a:off x="12292944" y="1299456"/>
            <a:ext cx="4575988" cy="160909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Porur EB Office towards Porur Signal</a:t>
            </a:r>
            <a:endParaRPr lang="en-US" dirty="0"/>
          </a:p>
        </p:txBody>
      </p:sp>
      <p:sp>
        <p:nvSpPr>
          <p:cNvPr id="28" name="Text Placeholder 16"/>
          <p:cNvSpPr txBox="1">
            <a:spLocks noChangeArrowheads="1"/>
          </p:cNvSpPr>
          <p:nvPr/>
        </p:nvSpPr>
        <p:spPr bwMode="white">
          <a:xfrm>
            <a:off x="11736313" y="3220502"/>
            <a:ext cx="5043804" cy="687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Tamil Nadu</a:t>
            </a:r>
          </a:p>
        </p:txBody>
      </p:sp>
      <p:sp>
        <p:nvSpPr>
          <p:cNvPr id="29" name="Text Placeholder 16"/>
          <p:cNvSpPr txBox="1">
            <a:spLocks noChangeArrowheads="1"/>
          </p:cNvSpPr>
          <p:nvPr/>
        </p:nvSpPr>
        <p:spPr bwMode="white">
          <a:xfrm>
            <a:off x="11546415" y="4152859"/>
            <a:ext cx="5257800" cy="650216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Chennai</a:t>
            </a:r>
          </a:p>
        </p:txBody>
      </p:sp>
      <p:sp>
        <p:nvSpPr>
          <p:cNvPr id="31" name="Text Placeholder 16"/>
          <p:cNvSpPr txBox="1">
            <a:spLocks noChangeArrowheads="1"/>
          </p:cNvSpPr>
          <p:nvPr/>
        </p:nvSpPr>
        <p:spPr bwMode="white">
          <a:xfrm>
            <a:off x="11909412" y="5001571"/>
            <a:ext cx="2123338" cy="685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Hoarding</a:t>
            </a:r>
          </a:p>
        </p:txBody>
      </p:sp>
      <p:sp>
        <p:nvSpPr>
          <p:cNvPr id="32" name="Text Placeholder 16"/>
          <p:cNvSpPr txBox="1">
            <a:spLocks noChangeArrowheads="1"/>
          </p:cNvSpPr>
          <p:nvPr/>
        </p:nvSpPr>
        <p:spPr bwMode="white">
          <a:xfrm>
            <a:off x="15116969" y="5022156"/>
            <a:ext cx="2123338" cy="61762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Not Lit</a:t>
            </a:r>
          </a:p>
        </p:txBody>
      </p:sp>
      <p:sp>
        <p:nvSpPr>
          <p:cNvPr id="33" name="Text Placeholder 16"/>
          <p:cNvSpPr txBox="1">
            <a:spLocks noChangeArrowheads="1"/>
          </p:cNvSpPr>
          <p:nvPr/>
        </p:nvSpPr>
        <p:spPr bwMode="white">
          <a:xfrm>
            <a:off x="15697845" y="5880511"/>
            <a:ext cx="1324124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25.00</a:t>
            </a:r>
          </a:p>
        </p:txBody>
      </p:sp>
      <p:sp>
        <p:nvSpPr>
          <p:cNvPr id="34" name="Text Placeholder 16"/>
          <p:cNvSpPr txBox="1">
            <a:spLocks noChangeArrowheads="1"/>
          </p:cNvSpPr>
          <p:nvPr/>
        </p:nvSpPr>
        <p:spPr bwMode="white">
          <a:xfrm>
            <a:off x="13737335" y="5869827"/>
            <a:ext cx="1249872" cy="67892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112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sz="2700" dirty="0"/>
              <a:t>35.00</a:t>
            </a:r>
          </a:p>
        </p:txBody>
      </p:sp>
      <p:sp>
        <p:nvSpPr>
          <p:cNvPr id="3" name="Text Placeholder 16"/>
          <p:cNvSpPr txBox="1">
            <a:spLocks noChangeArrowheads="1"/>
          </p:cNvSpPr>
          <p:nvPr/>
        </p:nvSpPr>
        <p:spPr bwMode="white">
          <a:xfrm>
            <a:off x="12253145" y="6817052"/>
            <a:ext cx="4707228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30 Days</a:t>
            </a:r>
          </a:p>
        </p:txBody>
      </p:sp>
      <p:pic>
        <p:nvPicPr>
          <p:cNvPr id="2" name="Content Placeholder 4" descr="IMG_617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auto">
          <a:xfrm>
            <a:off x="534554" y="503957"/>
            <a:ext cx="9977623" cy="7500989"/>
          </a:xfrm>
          <a:prstGeom prst="rect">
            <a:avLst/>
          </a:prstGeom>
          <a:noFill/>
          <a:ln w="9525">
            <a:noFill/>
            <a:miter/>
            <a:headEnd type="none"/>
            <a:tailEnd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6"/>
          <p:cNvSpPr txBox="1">
            <a:spLocks noChangeArrowheads="1"/>
          </p:cNvSpPr>
          <p:nvPr/>
        </p:nvSpPr>
        <p:spPr bwMode="white">
          <a:xfrm>
            <a:off x="12292944" y="1299456"/>
            <a:ext cx="4575988" cy="160909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Medavakkam - Kovilancheri Towards Medavakkam &amp; Thazhambur</a:t>
            </a:r>
            <a:endParaRPr lang="en-US" dirty="0"/>
          </a:p>
        </p:txBody>
      </p:sp>
      <p:sp>
        <p:nvSpPr>
          <p:cNvPr id="28" name="Text Placeholder 16"/>
          <p:cNvSpPr txBox="1">
            <a:spLocks noChangeArrowheads="1"/>
          </p:cNvSpPr>
          <p:nvPr/>
        </p:nvSpPr>
        <p:spPr bwMode="white">
          <a:xfrm>
            <a:off x="11736313" y="3220502"/>
            <a:ext cx="5043804" cy="687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Tamil Nadu</a:t>
            </a:r>
          </a:p>
        </p:txBody>
      </p:sp>
      <p:sp>
        <p:nvSpPr>
          <p:cNvPr id="29" name="Text Placeholder 16"/>
          <p:cNvSpPr txBox="1">
            <a:spLocks noChangeArrowheads="1"/>
          </p:cNvSpPr>
          <p:nvPr/>
        </p:nvSpPr>
        <p:spPr bwMode="white">
          <a:xfrm>
            <a:off x="11546415" y="4152859"/>
            <a:ext cx="5257800" cy="650216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Chennai</a:t>
            </a:r>
          </a:p>
        </p:txBody>
      </p:sp>
      <p:sp>
        <p:nvSpPr>
          <p:cNvPr id="31" name="Text Placeholder 16"/>
          <p:cNvSpPr txBox="1">
            <a:spLocks noChangeArrowheads="1"/>
          </p:cNvSpPr>
          <p:nvPr/>
        </p:nvSpPr>
        <p:spPr bwMode="white">
          <a:xfrm>
            <a:off x="11909412" y="5001571"/>
            <a:ext cx="2123338" cy="685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Hoarding</a:t>
            </a:r>
          </a:p>
        </p:txBody>
      </p:sp>
      <p:sp>
        <p:nvSpPr>
          <p:cNvPr id="32" name="Text Placeholder 16"/>
          <p:cNvSpPr txBox="1">
            <a:spLocks noChangeArrowheads="1"/>
          </p:cNvSpPr>
          <p:nvPr/>
        </p:nvSpPr>
        <p:spPr bwMode="white">
          <a:xfrm>
            <a:off x="15116969" y="5022156"/>
            <a:ext cx="2123338" cy="61762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Front Lit</a:t>
            </a:r>
          </a:p>
        </p:txBody>
      </p:sp>
      <p:sp>
        <p:nvSpPr>
          <p:cNvPr id="33" name="Text Placeholder 16"/>
          <p:cNvSpPr txBox="1">
            <a:spLocks noChangeArrowheads="1"/>
          </p:cNvSpPr>
          <p:nvPr/>
        </p:nvSpPr>
        <p:spPr bwMode="white">
          <a:xfrm>
            <a:off x="15697845" y="5880511"/>
            <a:ext cx="1324124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25.00</a:t>
            </a:r>
          </a:p>
        </p:txBody>
      </p:sp>
      <p:sp>
        <p:nvSpPr>
          <p:cNvPr id="34" name="Text Placeholder 16"/>
          <p:cNvSpPr txBox="1">
            <a:spLocks noChangeArrowheads="1"/>
          </p:cNvSpPr>
          <p:nvPr/>
        </p:nvSpPr>
        <p:spPr bwMode="white">
          <a:xfrm>
            <a:off x="13737335" y="5869827"/>
            <a:ext cx="1249872" cy="67892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112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sz="2700" dirty="0"/>
              <a:t>25.00</a:t>
            </a:r>
          </a:p>
        </p:txBody>
      </p:sp>
      <p:sp>
        <p:nvSpPr>
          <p:cNvPr id="3" name="Text Placeholder 16"/>
          <p:cNvSpPr txBox="1">
            <a:spLocks noChangeArrowheads="1"/>
          </p:cNvSpPr>
          <p:nvPr/>
        </p:nvSpPr>
        <p:spPr bwMode="white">
          <a:xfrm>
            <a:off x="12253145" y="6817052"/>
            <a:ext cx="4707228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30 Days</a:t>
            </a:r>
          </a:p>
        </p:txBody>
      </p:sp>
      <p:pic>
        <p:nvPicPr>
          <p:cNvPr id="2" name="Content Placeholder 4" descr="IMG_617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auto">
          <a:xfrm>
            <a:off x="534554" y="503957"/>
            <a:ext cx="9977623" cy="7500989"/>
          </a:xfrm>
          <a:prstGeom prst="rect">
            <a:avLst/>
          </a:prstGeom>
          <a:noFill/>
          <a:ln w="9525">
            <a:noFill/>
            <a:miter/>
            <a:headEnd type="none"/>
            <a:tailEnd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/>
        </p:nvSpPr>
        <p:spPr bwMode="white">
          <a:xfrm>
            <a:off x="-31266" y="3581810"/>
            <a:ext cx="17311204" cy="123255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23353" tIns="61676" rIns="123353" bIns="61676">
            <a:spAutoFit/>
          </a:bodyPr>
          <a:lstStyle/>
          <a:p>
            <a:pPr algn="ctr" defTabSz="616763"/>
            <a:r>
              <a:rPr lang="en-US" sz="7200" b="1" dirty="0">
                <a:solidFill>
                  <a:srgbClr val="FF0000"/>
                </a:solidFill>
                <a:latin typeface="Corbel"/>
                <a:cs typeface="Arial Black"/>
              </a:rPr>
              <a:t>Coimbatore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6"/>
          <p:cNvSpPr txBox="1">
            <a:spLocks noChangeArrowheads="1"/>
          </p:cNvSpPr>
          <p:nvPr/>
        </p:nvSpPr>
        <p:spPr bwMode="white">
          <a:xfrm>
            <a:off x="12292944" y="1299456"/>
            <a:ext cx="4575988" cy="160909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Avinashi Road Goldwins towards Airport</a:t>
            </a:r>
            <a:endParaRPr lang="en-US" dirty="0"/>
          </a:p>
        </p:txBody>
      </p:sp>
      <p:sp>
        <p:nvSpPr>
          <p:cNvPr id="28" name="Text Placeholder 16"/>
          <p:cNvSpPr txBox="1">
            <a:spLocks noChangeArrowheads="1"/>
          </p:cNvSpPr>
          <p:nvPr/>
        </p:nvSpPr>
        <p:spPr bwMode="white">
          <a:xfrm>
            <a:off x="11736313" y="3220502"/>
            <a:ext cx="5043804" cy="687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Tamil Nadu</a:t>
            </a:r>
          </a:p>
        </p:txBody>
      </p:sp>
      <p:sp>
        <p:nvSpPr>
          <p:cNvPr id="29" name="Text Placeholder 16"/>
          <p:cNvSpPr txBox="1">
            <a:spLocks noChangeArrowheads="1"/>
          </p:cNvSpPr>
          <p:nvPr/>
        </p:nvSpPr>
        <p:spPr bwMode="white">
          <a:xfrm>
            <a:off x="11546415" y="4152859"/>
            <a:ext cx="5257800" cy="650216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Coimbatore</a:t>
            </a:r>
          </a:p>
        </p:txBody>
      </p:sp>
      <p:sp>
        <p:nvSpPr>
          <p:cNvPr id="31" name="Text Placeholder 16"/>
          <p:cNvSpPr txBox="1">
            <a:spLocks noChangeArrowheads="1"/>
          </p:cNvSpPr>
          <p:nvPr/>
        </p:nvSpPr>
        <p:spPr bwMode="white">
          <a:xfrm>
            <a:off x="11909412" y="5001571"/>
            <a:ext cx="2123338" cy="685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Hoarding</a:t>
            </a:r>
          </a:p>
        </p:txBody>
      </p:sp>
      <p:sp>
        <p:nvSpPr>
          <p:cNvPr id="32" name="Text Placeholder 16"/>
          <p:cNvSpPr txBox="1">
            <a:spLocks noChangeArrowheads="1"/>
          </p:cNvSpPr>
          <p:nvPr/>
        </p:nvSpPr>
        <p:spPr bwMode="white">
          <a:xfrm>
            <a:off x="15116969" y="5022156"/>
            <a:ext cx="2123338" cy="61762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Front Lit</a:t>
            </a:r>
          </a:p>
        </p:txBody>
      </p:sp>
      <p:sp>
        <p:nvSpPr>
          <p:cNvPr id="33" name="Text Placeholder 16"/>
          <p:cNvSpPr txBox="1">
            <a:spLocks noChangeArrowheads="1"/>
          </p:cNvSpPr>
          <p:nvPr/>
        </p:nvSpPr>
        <p:spPr bwMode="white">
          <a:xfrm>
            <a:off x="15697845" y="5880511"/>
            <a:ext cx="1324124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30.00</a:t>
            </a:r>
          </a:p>
        </p:txBody>
      </p:sp>
      <p:sp>
        <p:nvSpPr>
          <p:cNvPr id="34" name="Text Placeholder 16"/>
          <p:cNvSpPr txBox="1">
            <a:spLocks noChangeArrowheads="1"/>
          </p:cNvSpPr>
          <p:nvPr/>
        </p:nvSpPr>
        <p:spPr bwMode="white">
          <a:xfrm>
            <a:off x="13737335" y="5869827"/>
            <a:ext cx="1249872" cy="67892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112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sz="2700" dirty="0"/>
              <a:t>30.00</a:t>
            </a:r>
          </a:p>
        </p:txBody>
      </p:sp>
      <p:sp>
        <p:nvSpPr>
          <p:cNvPr id="3" name="Text Placeholder 16"/>
          <p:cNvSpPr txBox="1">
            <a:spLocks noChangeArrowheads="1"/>
          </p:cNvSpPr>
          <p:nvPr/>
        </p:nvSpPr>
        <p:spPr bwMode="white">
          <a:xfrm>
            <a:off x="12253145" y="6817052"/>
            <a:ext cx="4707228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30 Days</a:t>
            </a:r>
          </a:p>
        </p:txBody>
      </p:sp>
      <p:pic>
        <p:nvPicPr>
          <p:cNvPr id="2" name="Content Placeholder 4" descr="IMG_617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auto">
          <a:xfrm>
            <a:off x="534554" y="503957"/>
            <a:ext cx="9977623" cy="7500989"/>
          </a:xfrm>
          <a:prstGeom prst="rect">
            <a:avLst/>
          </a:prstGeom>
          <a:noFill/>
          <a:ln w="9525">
            <a:noFill/>
            <a:miter/>
            <a:headEnd type="none"/>
            <a:tailEnd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6"/>
          <p:cNvSpPr txBox="1">
            <a:spLocks noChangeArrowheads="1"/>
          </p:cNvSpPr>
          <p:nvPr/>
        </p:nvSpPr>
        <p:spPr bwMode="white">
          <a:xfrm>
            <a:off x="12292944" y="1299456"/>
            <a:ext cx="4575988" cy="160909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Mettupalayam Road Mathampalayam towards Coimbatore</a:t>
            </a:r>
            <a:endParaRPr lang="en-US" dirty="0"/>
          </a:p>
        </p:txBody>
      </p:sp>
      <p:sp>
        <p:nvSpPr>
          <p:cNvPr id="28" name="Text Placeholder 16"/>
          <p:cNvSpPr txBox="1">
            <a:spLocks noChangeArrowheads="1"/>
          </p:cNvSpPr>
          <p:nvPr/>
        </p:nvSpPr>
        <p:spPr bwMode="white">
          <a:xfrm>
            <a:off x="11736313" y="3220502"/>
            <a:ext cx="5043804" cy="687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Tamil Nadu</a:t>
            </a:r>
          </a:p>
        </p:txBody>
      </p:sp>
      <p:sp>
        <p:nvSpPr>
          <p:cNvPr id="29" name="Text Placeholder 16"/>
          <p:cNvSpPr txBox="1">
            <a:spLocks noChangeArrowheads="1"/>
          </p:cNvSpPr>
          <p:nvPr/>
        </p:nvSpPr>
        <p:spPr bwMode="white">
          <a:xfrm>
            <a:off x="11546415" y="4152859"/>
            <a:ext cx="5257800" cy="650216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Coimbatore</a:t>
            </a:r>
          </a:p>
        </p:txBody>
      </p:sp>
      <p:sp>
        <p:nvSpPr>
          <p:cNvPr id="31" name="Text Placeholder 16"/>
          <p:cNvSpPr txBox="1">
            <a:spLocks noChangeArrowheads="1"/>
          </p:cNvSpPr>
          <p:nvPr/>
        </p:nvSpPr>
        <p:spPr bwMode="white">
          <a:xfrm>
            <a:off x="11909412" y="5001571"/>
            <a:ext cx="2123338" cy="685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Hoarding</a:t>
            </a:r>
          </a:p>
        </p:txBody>
      </p:sp>
      <p:sp>
        <p:nvSpPr>
          <p:cNvPr id="32" name="Text Placeholder 16"/>
          <p:cNvSpPr txBox="1">
            <a:spLocks noChangeArrowheads="1"/>
          </p:cNvSpPr>
          <p:nvPr/>
        </p:nvSpPr>
        <p:spPr bwMode="white">
          <a:xfrm>
            <a:off x="15116969" y="5022156"/>
            <a:ext cx="2123338" cy="61762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Not Lit</a:t>
            </a:r>
          </a:p>
        </p:txBody>
      </p:sp>
      <p:sp>
        <p:nvSpPr>
          <p:cNvPr id="33" name="Text Placeholder 16"/>
          <p:cNvSpPr txBox="1">
            <a:spLocks noChangeArrowheads="1"/>
          </p:cNvSpPr>
          <p:nvPr/>
        </p:nvSpPr>
        <p:spPr bwMode="white">
          <a:xfrm>
            <a:off x="15697845" y="5880511"/>
            <a:ext cx="1324124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25.00</a:t>
            </a:r>
          </a:p>
        </p:txBody>
      </p:sp>
      <p:sp>
        <p:nvSpPr>
          <p:cNvPr id="34" name="Text Placeholder 16"/>
          <p:cNvSpPr txBox="1">
            <a:spLocks noChangeArrowheads="1"/>
          </p:cNvSpPr>
          <p:nvPr/>
        </p:nvSpPr>
        <p:spPr bwMode="white">
          <a:xfrm>
            <a:off x="13737335" y="5869827"/>
            <a:ext cx="1249872" cy="67892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112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sz="2700" dirty="0"/>
              <a:t>40.00</a:t>
            </a:r>
          </a:p>
        </p:txBody>
      </p:sp>
      <p:sp>
        <p:nvSpPr>
          <p:cNvPr id="3" name="Text Placeholder 16"/>
          <p:cNvSpPr txBox="1">
            <a:spLocks noChangeArrowheads="1"/>
          </p:cNvSpPr>
          <p:nvPr/>
        </p:nvSpPr>
        <p:spPr bwMode="white">
          <a:xfrm>
            <a:off x="12253145" y="6817052"/>
            <a:ext cx="4707228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30 Days</a:t>
            </a:r>
          </a:p>
        </p:txBody>
      </p:sp>
      <p:pic>
        <p:nvPicPr>
          <p:cNvPr id="2" name="Content Placeholder 4" descr="IMG_617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auto">
          <a:xfrm>
            <a:off x="534554" y="503957"/>
            <a:ext cx="9977623" cy="7500989"/>
          </a:xfrm>
          <a:prstGeom prst="rect">
            <a:avLst/>
          </a:prstGeom>
          <a:noFill/>
          <a:ln w="9525">
            <a:noFill/>
            <a:miter/>
            <a:headEnd type="none"/>
            <a:tailEnd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/>
        </p:nvSpPr>
        <p:spPr bwMode="white">
          <a:xfrm>
            <a:off x="-31266" y="3581810"/>
            <a:ext cx="17311204" cy="123255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23353" tIns="61676" rIns="123353" bIns="61676">
            <a:spAutoFit/>
          </a:bodyPr>
          <a:lstStyle/>
          <a:p>
            <a:pPr algn="ctr" defTabSz="616763"/>
            <a:r>
              <a:rPr lang="en-US" sz="7200" b="1" dirty="0">
                <a:solidFill>
                  <a:srgbClr val="FF0000"/>
                </a:solidFill>
                <a:latin typeface="Corbel"/>
                <a:cs typeface="Arial Black"/>
              </a:rPr>
              <a:t>Cuddalore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6"/>
          <p:cNvSpPr txBox="1">
            <a:spLocks noChangeArrowheads="1"/>
          </p:cNvSpPr>
          <p:nvPr/>
        </p:nvSpPr>
        <p:spPr bwMode="white">
          <a:xfrm>
            <a:off x="12292944" y="1299456"/>
            <a:ext cx="4575988" cy="160909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Cuddalore Old town</a:t>
            </a:r>
            <a:endParaRPr lang="en-US" dirty="0"/>
          </a:p>
        </p:txBody>
      </p:sp>
      <p:sp>
        <p:nvSpPr>
          <p:cNvPr id="28" name="Text Placeholder 16"/>
          <p:cNvSpPr txBox="1">
            <a:spLocks noChangeArrowheads="1"/>
          </p:cNvSpPr>
          <p:nvPr/>
        </p:nvSpPr>
        <p:spPr bwMode="white">
          <a:xfrm>
            <a:off x="11736313" y="3220502"/>
            <a:ext cx="5043804" cy="687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Tamil Nadu</a:t>
            </a:r>
          </a:p>
        </p:txBody>
      </p:sp>
      <p:sp>
        <p:nvSpPr>
          <p:cNvPr id="29" name="Text Placeholder 16"/>
          <p:cNvSpPr txBox="1">
            <a:spLocks noChangeArrowheads="1"/>
          </p:cNvSpPr>
          <p:nvPr/>
        </p:nvSpPr>
        <p:spPr bwMode="white">
          <a:xfrm>
            <a:off x="11546415" y="4152859"/>
            <a:ext cx="5257800" cy="650216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Cuddalore</a:t>
            </a:r>
          </a:p>
        </p:txBody>
      </p:sp>
      <p:sp>
        <p:nvSpPr>
          <p:cNvPr id="31" name="Text Placeholder 16"/>
          <p:cNvSpPr txBox="1">
            <a:spLocks noChangeArrowheads="1"/>
          </p:cNvSpPr>
          <p:nvPr/>
        </p:nvSpPr>
        <p:spPr bwMode="white">
          <a:xfrm>
            <a:off x="11909412" y="5001571"/>
            <a:ext cx="2123338" cy="685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Hoarding</a:t>
            </a:r>
          </a:p>
        </p:txBody>
      </p:sp>
      <p:sp>
        <p:nvSpPr>
          <p:cNvPr id="32" name="Text Placeholder 16"/>
          <p:cNvSpPr txBox="1">
            <a:spLocks noChangeArrowheads="1"/>
          </p:cNvSpPr>
          <p:nvPr/>
        </p:nvSpPr>
        <p:spPr bwMode="white">
          <a:xfrm>
            <a:off x="15116969" y="5022156"/>
            <a:ext cx="2123338" cy="61762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Not Lit</a:t>
            </a:r>
          </a:p>
        </p:txBody>
      </p:sp>
      <p:sp>
        <p:nvSpPr>
          <p:cNvPr id="33" name="Text Placeholder 16"/>
          <p:cNvSpPr txBox="1">
            <a:spLocks noChangeArrowheads="1"/>
          </p:cNvSpPr>
          <p:nvPr/>
        </p:nvSpPr>
        <p:spPr bwMode="white">
          <a:xfrm>
            <a:off x="15697845" y="5880511"/>
            <a:ext cx="1324124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25.00</a:t>
            </a:r>
          </a:p>
        </p:txBody>
      </p:sp>
      <p:sp>
        <p:nvSpPr>
          <p:cNvPr id="34" name="Text Placeholder 16"/>
          <p:cNvSpPr txBox="1">
            <a:spLocks noChangeArrowheads="1"/>
          </p:cNvSpPr>
          <p:nvPr/>
        </p:nvSpPr>
        <p:spPr bwMode="white">
          <a:xfrm>
            <a:off x="13737335" y="5869827"/>
            <a:ext cx="1249872" cy="67892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112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sz="2700" dirty="0"/>
              <a:t>28.00</a:t>
            </a:r>
          </a:p>
        </p:txBody>
      </p:sp>
      <p:sp>
        <p:nvSpPr>
          <p:cNvPr id="3" name="Text Placeholder 16"/>
          <p:cNvSpPr txBox="1">
            <a:spLocks noChangeArrowheads="1"/>
          </p:cNvSpPr>
          <p:nvPr/>
        </p:nvSpPr>
        <p:spPr bwMode="white">
          <a:xfrm>
            <a:off x="12253145" y="6817052"/>
            <a:ext cx="4707228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30 Days</a:t>
            </a:r>
          </a:p>
        </p:txBody>
      </p:sp>
      <p:pic>
        <p:nvPicPr>
          <p:cNvPr id="2" name="Content Placeholder 4" descr="IMG_617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auto">
          <a:xfrm>
            <a:off x="534554" y="503957"/>
            <a:ext cx="9977623" cy="7500989"/>
          </a:xfrm>
          <a:prstGeom prst="rect">
            <a:avLst/>
          </a:prstGeom>
          <a:noFill/>
          <a:ln w="9525">
            <a:noFill/>
            <a:miter/>
            <a:headEnd type="none"/>
            <a:tailEnd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6"/>
          <p:cNvSpPr txBox="1">
            <a:spLocks noChangeArrowheads="1"/>
          </p:cNvSpPr>
          <p:nvPr/>
        </p:nvSpPr>
        <p:spPr bwMode="white">
          <a:xfrm>
            <a:off x="12292944" y="1299456"/>
            <a:ext cx="4575988" cy="160909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Vadalour Road Flyover</a:t>
            </a:r>
            <a:endParaRPr lang="en-US" dirty="0"/>
          </a:p>
        </p:txBody>
      </p:sp>
      <p:sp>
        <p:nvSpPr>
          <p:cNvPr id="28" name="Text Placeholder 16"/>
          <p:cNvSpPr txBox="1">
            <a:spLocks noChangeArrowheads="1"/>
          </p:cNvSpPr>
          <p:nvPr/>
        </p:nvSpPr>
        <p:spPr bwMode="white">
          <a:xfrm>
            <a:off x="11736313" y="3220502"/>
            <a:ext cx="5043804" cy="687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Tamil Nadu</a:t>
            </a:r>
          </a:p>
        </p:txBody>
      </p:sp>
      <p:sp>
        <p:nvSpPr>
          <p:cNvPr id="29" name="Text Placeholder 16"/>
          <p:cNvSpPr txBox="1">
            <a:spLocks noChangeArrowheads="1"/>
          </p:cNvSpPr>
          <p:nvPr/>
        </p:nvSpPr>
        <p:spPr bwMode="white">
          <a:xfrm>
            <a:off x="11546415" y="4152859"/>
            <a:ext cx="5257800" cy="650216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Cuddalore</a:t>
            </a:r>
          </a:p>
        </p:txBody>
      </p:sp>
      <p:sp>
        <p:nvSpPr>
          <p:cNvPr id="31" name="Text Placeholder 16"/>
          <p:cNvSpPr txBox="1">
            <a:spLocks noChangeArrowheads="1"/>
          </p:cNvSpPr>
          <p:nvPr/>
        </p:nvSpPr>
        <p:spPr bwMode="white">
          <a:xfrm>
            <a:off x="11909412" y="5001571"/>
            <a:ext cx="2123338" cy="685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Hoarding</a:t>
            </a:r>
          </a:p>
        </p:txBody>
      </p:sp>
      <p:sp>
        <p:nvSpPr>
          <p:cNvPr id="32" name="Text Placeholder 16"/>
          <p:cNvSpPr txBox="1">
            <a:spLocks noChangeArrowheads="1"/>
          </p:cNvSpPr>
          <p:nvPr/>
        </p:nvSpPr>
        <p:spPr bwMode="white">
          <a:xfrm>
            <a:off x="15116969" y="5022156"/>
            <a:ext cx="2123338" cy="61762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Not Lit</a:t>
            </a:r>
          </a:p>
        </p:txBody>
      </p:sp>
      <p:sp>
        <p:nvSpPr>
          <p:cNvPr id="33" name="Text Placeholder 16"/>
          <p:cNvSpPr txBox="1">
            <a:spLocks noChangeArrowheads="1"/>
          </p:cNvSpPr>
          <p:nvPr/>
        </p:nvSpPr>
        <p:spPr bwMode="white">
          <a:xfrm>
            <a:off x="15697845" y="5880511"/>
            <a:ext cx="1324124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25.00</a:t>
            </a:r>
          </a:p>
        </p:txBody>
      </p:sp>
      <p:sp>
        <p:nvSpPr>
          <p:cNvPr id="34" name="Text Placeholder 16"/>
          <p:cNvSpPr txBox="1">
            <a:spLocks noChangeArrowheads="1"/>
          </p:cNvSpPr>
          <p:nvPr/>
        </p:nvSpPr>
        <p:spPr bwMode="white">
          <a:xfrm>
            <a:off x="13737335" y="5869827"/>
            <a:ext cx="1249872" cy="67892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112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sz="2700" dirty="0"/>
              <a:t>40.00</a:t>
            </a:r>
          </a:p>
        </p:txBody>
      </p:sp>
      <p:sp>
        <p:nvSpPr>
          <p:cNvPr id="3" name="Text Placeholder 16"/>
          <p:cNvSpPr txBox="1">
            <a:spLocks noChangeArrowheads="1"/>
          </p:cNvSpPr>
          <p:nvPr/>
        </p:nvSpPr>
        <p:spPr bwMode="white">
          <a:xfrm>
            <a:off x="12253145" y="6817052"/>
            <a:ext cx="4707228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30 Days</a:t>
            </a:r>
          </a:p>
        </p:txBody>
      </p:sp>
      <p:pic>
        <p:nvPicPr>
          <p:cNvPr id="2" name="Content Placeholder 4" descr="IMG_617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auto">
          <a:xfrm>
            <a:off x="534554" y="503957"/>
            <a:ext cx="9977623" cy="7500989"/>
          </a:xfrm>
          <a:prstGeom prst="rect">
            <a:avLst/>
          </a:prstGeom>
          <a:noFill/>
          <a:ln w="9525">
            <a:noFill/>
            <a:miter/>
            <a:headEnd type="none"/>
            <a:tailEnd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/>
        </p:nvSpPr>
        <p:spPr bwMode="white">
          <a:xfrm>
            <a:off x="-31266" y="3581810"/>
            <a:ext cx="17311204" cy="123255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23353" tIns="61676" rIns="123353" bIns="61676">
            <a:spAutoFit/>
          </a:bodyPr>
          <a:lstStyle/>
          <a:p>
            <a:pPr algn="ctr" defTabSz="616763"/>
            <a:r>
              <a:rPr lang="en-US" sz="7200" b="1" dirty="0">
                <a:solidFill>
                  <a:srgbClr val="FF0000"/>
                </a:solidFill>
                <a:latin typeface="Corbel"/>
                <a:cs typeface="Arial Black"/>
              </a:rPr>
              <a:t>Dharmapuri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6"/>
          <p:cNvSpPr txBox="1">
            <a:spLocks noChangeArrowheads="1"/>
          </p:cNvSpPr>
          <p:nvPr/>
        </p:nvSpPr>
        <p:spPr bwMode="white">
          <a:xfrm>
            <a:off x="12292944" y="1299456"/>
            <a:ext cx="4575988" cy="160909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Athiyamankottai (L)</a:t>
            </a:r>
            <a:endParaRPr lang="en-US" dirty="0"/>
          </a:p>
        </p:txBody>
      </p:sp>
      <p:sp>
        <p:nvSpPr>
          <p:cNvPr id="28" name="Text Placeholder 16"/>
          <p:cNvSpPr txBox="1">
            <a:spLocks noChangeArrowheads="1"/>
          </p:cNvSpPr>
          <p:nvPr/>
        </p:nvSpPr>
        <p:spPr bwMode="white">
          <a:xfrm>
            <a:off x="11736313" y="3220502"/>
            <a:ext cx="5043804" cy="687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Tamil Nadu</a:t>
            </a:r>
          </a:p>
        </p:txBody>
      </p:sp>
      <p:sp>
        <p:nvSpPr>
          <p:cNvPr id="29" name="Text Placeholder 16"/>
          <p:cNvSpPr txBox="1">
            <a:spLocks noChangeArrowheads="1"/>
          </p:cNvSpPr>
          <p:nvPr/>
        </p:nvSpPr>
        <p:spPr bwMode="white">
          <a:xfrm>
            <a:off x="11546415" y="4152859"/>
            <a:ext cx="5257800" cy="650216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Dharmapuri</a:t>
            </a:r>
          </a:p>
        </p:txBody>
      </p:sp>
      <p:sp>
        <p:nvSpPr>
          <p:cNvPr id="31" name="Text Placeholder 16"/>
          <p:cNvSpPr txBox="1">
            <a:spLocks noChangeArrowheads="1"/>
          </p:cNvSpPr>
          <p:nvPr/>
        </p:nvSpPr>
        <p:spPr bwMode="white">
          <a:xfrm>
            <a:off x="11909412" y="5001571"/>
            <a:ext cx="2123338" cy="685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Hoarding</a:t>
            </a:r>
          </a:p>
        </p:txBody>
      </p:sp>
      <p:sp>
        <p:nvSpPr>
          <p:cNvPr id="32" name="Text Placeholder 16"/>
          <p:cNvSpPr txBox="1">
            <a:spLocks noChangeArrowheads="1"/>
          </p:cNvSpPr>
          <p:nvPr/>
        </p:nvSpPr>
        <p:spPr bwMode="white">
          <a:xfrm>
            <a:off x="15116969" y="5022156"/>
            <a:ext cx="2123338" cy="61762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Not Lit</a:t>
            </a:r>
          </a:p>
        </p:txBody>
      </p:sp>
      <p:sp>
        <p:nvSpPr>
          <p:cNvPr id="33" name="Text Placeholder 16"/>
          <p:cNvSpPr txBox="1">
            <a:spLocks noChangeArrowheads="1"/>
          </p:cNvSpPr>
          <p:nvPr/>
        </p:nvSpPr>
        <p:spPr bwMode="white">
          <a:xfrm>
            <a:off x="15697845" y="5880511"/>
            <a:ext cx="1324124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25.00</a:t>
            </a:r>
          </a:p>
        </p:txBody>
      </p:sp>
      <p:sp>
        <p:nvSpPr>
          <p:cNvPr id="34" name="Text Placeholder 16"/>
          <p:cNvSpPr txBox="1">
            <a:spLocks noChangeArrowheads="1"/>
          </p:cNvSpPr>
          <p:nvPr/>
        </p:nvSpPr>
        <p:spPr bwMode="white">
          <a:xfrm>
            <a:off x="13737335" y="5869827"/>
            <a:ext cx="1249872" cy="67892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112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sz="2700" dirty="0"/>
              <a:t>30.00</a:t>
            </a:r>
          </a:p>
        </p:txBody>
      </p:sp>
      <p:sp>
        <p:nvSpPr>
          <p:cNvPr id="3" name="Text Placeholder 16"/>
          <p:cNvSpPr txBox="1">
            <a:spLocks noChangeArrowheads="1"/>
          </p:cNvSpPr>
          <p:nvPr/>
        </p:nvSpPr>
        <p:spPr bwMode="white">
          <a:xfrm>
            <a:off x="12253145" y="6817052"/>
            <a:ext cx="4707228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30 Days</a:t>
            </a:r>
          </a:p>
        </p:txBody>
      </p:sp>
      <p:pic>
        <p:nvPicPr>
          <p:cNvPr id="2" name="Content Placeholder 4" descr="IMG_617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auto">
          <a:xfrm>
            <a:off x="534554" y="503957"/>
            <a:ext cx="9977623" cy="7500989"/>
          </a:xfrm>
          <a:prstGeom prst="rect">
            <a:avLst/>
          </a:prstGeom>
          <a:noFill/>
          <a:ln w="9525">
            <a:noFill/>
            <a:miter/>
            <a:headEnd type="none"/>
            <a:tailEnd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/>
        </p:nvSpPr>
        <p:spPr bwMode="white">
          <a:xfrm>
            <a:off x="-31266" y="3581810"/>
            <a:ext cx="17311204" cy="123255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23353" tIns="61676" rIns="123353" bIns="61676">
            <a:spAutoFit/>
          </a:bodyPr>
          <a:lstStyle/>
          <a:p>
            <a:pPr algn="ctr" defTabSz="616763"/>
            <a:r>
              <a:rPr lang="en-US" sz="7200" b="1" dirty="0" err="1" smtClean="0">
                <a:solidFill>
                  <a:srgbClr val="FF0000"/>
                </a:solidFill>
                <a:latin typeface="Corbel"/>
                <a:cs typeface="Arial Black"/>
              </a:rPr>
              <a:t>Bhavani</a:t>
            </a:r>
            <a:endParaRPr lang="en-US" sz="7200" b="1" dirty="0">
              <a:solidFill>
                <a:srgbClr val="FF0000"/>
              </a:solidFill>
              <a:latin typeface="Corbel"/>
              <a:cs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6"/>
          <p:cNvSpPr txBox="1">
            <a:spLocks noChangeArrowheads="1"/>
          </p:cNvSpPr>
          <p:nvPr/>
        </p:nvSpPr>
        <p:spPr bwMode="white">
          <a:xfrm>
            <a:off x="12292944" y="1299456"/>
            <a:ext cx="4575988" cy="160909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Bhavani - Lakshmi Nagar Bypass</a:t>
            </a:r>
            <a:endParaRPr lang="en-US" dirty="0"/>
          </a:p>
        </p:txBody>
      </p:sp>
      <p:sp>
        <p:nvSpPr>
          <p:cNvPr id="28" name="Text Placeholder 16"/>
          <p:cNvSpPr txBox="1">
            <a:spLocks noChangeArrowheads="1"/>
          </p:cNvSpPr>
          <p:nvPr/>
        </p:nvSpPr>
        <p:spPr bwMode="white">
          <a:xfrm>
            <a:off x="11736313" y="3220502"/>
            <a:ext cx="5043804" cy="687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Tamil Nadu</a:t>
            </a:r>
          </a:p>
        </p:txBody>
      </p:sp>
      <p:sp>
        <p:nvSpPr>
          <p:cNvPr id="29" name="Text Placeholder 16"/>
          <p:cNvSpPr txBox="1">
            <a:spLocks noChangeArrowheads="1"/>
          </p:cNvSpPr>
          <p:nvPr/>
        </p:nvSpPr>
        <p:spPr bwMode="white">
          <a:xfrm>
            <a:off x="11546415" y="4152859"/>
            <a:ext cx="5257800" cy="650216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erode</a:t>
            </a:r>
          </a:p>
        </p:txBody>
      </p:sp>
      <p:sp>
        <p:nvSpPr>
          <p:cNvPr id="31" name="Text Placeholder 16"/>
          <p:cNvSpPr txBox="1">
            <a:spLocks noChangeArrowheads="1"/>
          </p:cNvSpPr>
          <p:nvPr/>
        </p:nvSpPr>
        <p:spPr bwMode="white">
          <a:xfrm>
            <a:off x="11909412" y="5001571"/>
            <a:ext cx="2123338" cy="685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Hoarding</a:t>
            </a:r>
          </a:p>
        </p:txBody>
      </p:sp>
      <p:sp>
        <p:nvSpPr>
          <p:cNvPr id="32" name="Text Placeholder 16"/>
          <p:cNvSpPr txBox="1">
            <a:spLocks noChangeArrowheads="1"/>
          </p:cNvSpPr>
          <p:nvPr/>
        </p:nvSpPr>
        <p:spPr bwMode="white">
          <a:xfrm>
            <a:off x="15116969" y="5022156"/>
            <a:ext cx="2123338" cy="61762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Not Lit</a:t>
            </a:r>
          </a:p>
        </p:txBody>
      </p:sp>
      <p:sp>
        <p:nvSpPr>
          <p:cNvPr id="33" name="Text Placeholder 16"/>
          <p:cNvSpPr txBox="1">
            <a:spLocks noChangeArrowheads="1"/>
          </p:cNvSpPr>
          <p:nvPr/>
        </p:nvSpPr>
        <p:spPr bwMode="white">
          <a:xfrm>
            <a:off x="15697845" y="5880511"/>
            <a:ext cx="1324124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20.00</a:t>
            </a:r>
          </a:p>
        </p:txBody>
      </p:sp>
      <p:sp>
        <p:nvSpPr>
          <p:cNvPr id="34" name="Text Placeholder 16"/>
          <p:cNvSpPr txBox="1">
            <a:spLocks noChangeArrowheads="1"/>
          </p:cNvSpPr>
          <p:nvPr/>
        </p:nvSpPr>
        <p:spPr bwMode="white">
          <a:xfrm>
            <a:off x="13737335" y="5869827"/>
            <a:ext cx="1249872" cy="67892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112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sz="2700" dirty="0"/>
              <a:t>20.00</a:t>
            </a:r>
          </a:p>
        </p:txBody>
      </p:sp>
      <p:sp>
        <p:nvSpPr>
          <p:cNvPr id="3" name="Text Placeholder 16"/>
          <p:cNvSpPr txBox="1">
            <a:spLocks noChangeArrowheads="1"/>
          </p:cNvSpPr>
          <p:nvPr/>
        </p:nvSpPr>
        <p:spPr bwMode="white">
          <a:xfrm>
            <a:off x="12253145" y="6817052"/>
            <a:ext cx="4707228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30 Days</a:t>
            </a:r>
          </a:p>
        </p:txBody>
      </p:sp>
      <p:pic>
        <p:nvPicPr>
          <p:cNvPr id="2" name="Content Placeholder 4" descr="IMG_617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auto">
          <a:xfrm>
            <a:off x="534554" y="503957"/>
            <a:ext cx="9977623" cy="7500989"/>
          </a:xfrm>
          <a:prstGeom prst="rect">
            <a:avLst/>
          </a:prstGeom>
          <a:noFill/>
          <a:ln w="9525">
            <a:noFill/>
            <a:miter/>
            <a:headEnd type="none"/>
            <a:tailEnd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6"/>
          <p:cNvSpPr txBox="1">
            <a:spLocks noChangeArrowheads="1"/>
          </p:cNvSpPr>
          <p:nvPr/>
        </p:nvSpPr>
        <p:spPr bwMode="white">
          <a:xfrm>
            <a:off x="12292944" y="1299456"/>
            <a:ext cx="4575988" cy="160909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Bhavani - Lakshmi Nagar Bypass</a:t>
            </a:r>
            <a:endParaRPr lang="en-US" dirty="0"/>
          </a:p>
        </p:txBody>
      </p:sp>
      <p:sp>
        <p:nvSpPr>
          <p:cNvPr id="28" name="Text Placeholder 16"/>
          <p:cNvSpPr txBox="1">
            <a:spLocks noChangeArrowheads="1"/>
          </p:cNvSpPr>
          <p:nvPr/>
        </p:nvSpPr>
        <p:spPr bwMode="white">
          <a:xfrm>
            <a:off x="11736313" y="3220502"/>
            <a:ext cx="5043804" cy="687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Tamil Nadu</a:t>
            </a:r>
          </a:p>
        </p:txBody>
      </p:sp>
      <p:sp>
        <p:nvSpPr>
          <p:cNvPr id="29" name="Text Placeholder 16"/>
          <p:cNvSpPr txBox="1">
            <a:spLocks noChangeArrowheads="1"/>
          </p:cNvSpPr>
          <p:nvPr/>
        </p:nvSpPr>
        <p:spPr bwMode="white">
          <a:xfrm>
            <a:off x="11546415" y="4152859"/>
            <a:ext cx="5257800" cy="650216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erode</a:t>
            </a:r>
          </a:p>
        </p:txBody>
      </p:sp>
      <p:sp>
        <p:nvSpPr>
          <p:cNvPr id="31" name="Text Placeholder 16"/>
          <p:cNvSpPr txBox="1">
            <a:spLocks noChangeArrowheads="1"/>
          </p:cNvSpPr>
          <p:nvPr/>
        </p:nvSpPr>
        <p:spPr bwMode="white">
          <a:xfrm>
            <a:off x="11909412" y="5001571"/>
            <a:ext cx="2123338" cy="685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Hoarding</a:t>
            </a:r>
          </a:p>
        </p:txBody>
      </p:sp>
      <p:sp>
        <p:nvSpPr>
          <p:cNvPr id="32" name="Text Placeholder 16"/>
          <p:cNvSpPr txBox="1">
            <a:spLocks noChangeArrowheads="1"/>
          </p:cNvSpPr>
          <p:nvPr/>
        </p:nvSpPr>
        <p:spPr bwMode="white">
          <a:xfrm>
            <a:off x="15116969" y="5022156"/>
            <a:ext cx="2123338" cy="61762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Not Lit</a:t>
            </a:r>
          </a:p>
        </p:txBody>
      </p:sp>
      <p:sp>
        <p:nvSpPr>
          <p:cNvPr id="33" name="Text Placeholder 16"/>
          <p:cNvSpPr txBox="1">
            <a:spLocks noChangeArrowheads="1"/>
          </p:cNvSpPr>
          <p:nvPr/>
        </p:nvSpPr>
        <p:spPr bwMode="white">
          <a:xfrm>
            <a:off x="15697845" y="5880511"/>
            <a:ext cx="1324124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20.00</a:t>
            </a:r>
          </a:p>
        </p:txBody>
      </p:sp>
      <p:sp>
        <p:nvSpPr>
          <p:cNvPr id="34" name="Text Placeholder 16"/>
          <p:cNvSpPr txBox="1">
            <a:spLocks noChangeArrowheads="1"/>
          </p:cNvSpPr>
          <p:nvPr/>
        </p:nvSpPr>
        <p:spPr bwMode="white">
          <a:xfrm>
            <a:off x="13737335" y="5869827"/>
            <a:ext cx="1249872" cy="67892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112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sz="2700" dirty="0"/>
              <a:t>20.00</a:t>
            </a:r>
          </a:p>
        </p:txBody>
      </p:sp>
      <p:sp>
        <p:nvSpPr>
          <p:cNvPr id="3" name="Text Placeholder 16"/>
          <p:cNvSpPr txBox="1">
            <a:spLocks noChangeArrowheads="1"/>
          </p:cNvSpPr>
          <p:nvPr/>
        </p:nvSpPr>
        <p:spPr bwMode="white">
          <a:xfrm>
            <a:off x="12253145" y="6817052"/>
            <a:ext cx="4707228" cy="63889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130622" tIns="65311" rIns="130622" bIns="65311" anchor="ctr">
            <a:normAutofit/>
          </a:bodyPr>
          <a:lstStyle>
            <a:defPPr defTabSz="1306220">
              <a:defRPr lang="en-US" dirty="0"/>
            </a:defPPr>
            <a:lvl1pPr indent="0" defTabSz="1306220">
              <a:spcBef>
                <a:spcPct val="20000"/>
              </a:spcBef>
              <a:buFont typeface="Arial"/>
              <a:buNone/>
              <a:defRPr sz="2800" dirty="0">
                <a:latin typeface="+mj-lt"/>
              </a:defRPr>
            </a:lvl1pPr>
            <a:lvl2pPr marL="1061304" indent="-408194" defTabSz="1306220">
              <a:spcBef>
                <a:spcPct val="20000"/>
              </a:spcBef>
              <a:buFont typeface="Arial"/>
              <a:buChar char="–"/>
              <a:defRPr sz="4000" dirty="0"/>
            </a:lvl2pPr>
            <a:lvl3pPr marL="1632776" indent="-326555" defTabSz="1306220">
              <a:spcBef>
                <a:spcPct val="20000"/>
              </a:spcBef>
              <a:buFont typeface="Arial"/>
              <a:buChar char="•"/>
              <a:defRPr sz="3400" dirty="0"/>
            </a:lvl3pPr>
            <a:lvl4pPr marL="2285886" indent="-326555" defTabSz="1306220">
              <a:spcBef>
                <a:spcPct val="20000"/>
              </a:spcBef>
              <a:buFont typeface="Arial"/>
              <a:buChar char="–"/>
              <a:defRPr sz="2900" dirty="0"/>
            </a:lvl4pPr>
            <a:lvl5pPr marL="2938996" indent="-326555" defTabSz="1306220">
              <a:spcBef>
                <a:spcPct val="20000"/>
              </a:spcBef>
              <a:buFont typeface="Arial"/>
              <a:buChar char="»"/>
              <a:defRPr sz="2900" dirty="0"/>
            </a:lvl5pPr>
            <a:lvl6pPr marL="3592106" indent="-326555" defTabSz="1306220">
              <a:spcBef>
                <a:spcPct val="20000"/>
              </a:spcBef>
              <a:buFont typeface="Arial"/>
              <a:buChar char="•"/>
              <a:defRPr sz="2900" dirty="0"/>
            </a:lvl6pPr>
            <a:lvl7pPr marL="4245216" indent="-326555" defTabSz="1306220">
              <a:spcBef>
                <a:spcPct val="20000"/>
              </a:spcBef>
              <a:buFont typeface="Arial"/>
              <a:buChar char="•"/>
              <a:defRPr sz="2900" dirty="0"/>
            </a:lvl7pPr>
            <a:lvl8pPr marL="4898327" indent="-326555" defTabSz="1306220">
              <a:spcBef>
                <a:spcPct val="20000"/>
              </a:spcBef>
              <a:buFont typeface="Arial"/>
              <a:buChar char="•"/>
              <a:defRPr sz="2900" dirty="0"/>
            </a:lvl8pPr>
            <a:lvl9pPr marL="5551437" indent="-326555" defTabSz="1306220">
              <a:spcBef>
                <a:spcPct val="20000"/>
              </a:spcBef>
              <a:buFont typeface="Arial"/>
              <a:buChar char="•"/>
              <a:defRPr sz="2900" dirty="0"/>
            </a:lvl9pPr>
          </a:lstStyle>
          <a:p>
            <a:pPr defTabSz="1306220"/>
            <a:r>
              <a:rPr lang="en-IN" dirty="0"/>
              <a:t>30 Days</a:t>
            </a:r>
          </a:p>
        </p:txBody>
      </p:sp>
      <p:pic>
        <p:nvPicPr>
          <p:cNvPr id="2" name="Content Placeholder 4" descr="IMG_617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auto">
          <a:xfrm>
            <a:off x="534554" y="503957"/>
            <a:ext cx="9977623" cy="7500989"/>
          </a:xfrm>
          <a:prstGeom prst="rect">
            <a:avLst/>
          </a:prstGeom>
          <a:noFill/>
          <a:ln w="9525">
            <a:noFill/>
            <a:miter/>
            <a:headEnd type="none"/>
            <a:tailEnd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/>
        </p:nvSpPr>
        <p:spPr bwMode="white">
          <a:xfrm>
            <a:off x="-31266" y="3581810"/>
            <a:ext cx="17311204" cy="1617273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23353" tIns="61676" rIns="123353" bIns="61676">
            <a:spAutoFit/>
          </a:bodyPr>
          <a:lstStyle/>
          <a:p>
            <a:pPr algn="ctr" defTabSz="616763"/>
            <a:r>
              <a:rPr lang="en-US" sz="9700" dirty="0">
                <a:latin typeface="Calibri (Body)"/>
                <a:cs typeface="Arial Black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/>
        </a:gradFill>
      </a:fillStyleLst>
      <a:lnStyleLst>
        <a:ln w="9525" cap="flat">
          <a:solidFill>
            <a:schemeClr val="phClr">
              <a:shade val="95000"/>
              <a:satMod val="105000"/>
            </a:schemeClr>
          </a:solidFill>
          <a:prstDash val="solid"/>
          <a:headEnd type="none"/>
          <a:tailEnd type="none"/>
        </a:ln>
        <a:ln w="25400" cap="flat">
          <a:solidFill>
            <a:schemeClr val="phClr"/>
          </a:solidFill>
          <a:prstDash val="solid"/>
          <a:headEnd type="none"/>
          <a:tailEnd type="none"/>
        </a:ln>
        <a:ln w="38100" cap="flat">
          <a:solidFill>
            <a:schemeClr val="phClr"/>
          </a:solidFill>
          <a:prstDash val="solid"/>
          <a:headEnd type="none"/>
          <a:tailEnd type="none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/>
        </a:gradFill>
      </a:fillStyleLst>
      <a:lnStyleLst>
        <a:ln w="9525" cap="flat">
          <a:solidFill>
            <a:schemeClr val="phClr">
              <a:shade val="95000"/>
              <a:satMod val="105000"/>
            </a:schemeClr>
          </a:solidFill>
          <a:prstDash val="solid"/>
          <a:headEnd type="none"/>
          <a:tailEnd type="none"/>
        </a:ln>
        <a:ln w="25400" cap="flat">
          <a:solidFill>
            <a:schemeClr val="phClr"/>
          </a:solidFill>
          <a:prstDash val="solid"/>
          <a:headEnd type="none"/>
          <a:tailEnd type="none"/>
        </a:ln>
        <a:ln w="38100" cap="flat">
          <a:solidFill>
            <a:schemeClr val="phClr"/>
          </a:solidFill>
          <a:prstDash val="solid"/>
          <a:headEnd type="none"/>
          <a:tailEnd type="none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3041</TotalTime>
  <Pages>0</Pages>
  <Words>159</Words>
  <Characters>0</Characters>
  <Application>Microsoft Office PowerPoint</Application>
  <PresentationFormat>Custom</PresentationFormat>
  <Lines>0</Lines>
  <Paragraphs>87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</vt:lpstr>
      <vt:lpstr>Jagran Engage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samsung</dc:creator>
  <cp:lastModifiedBy>User</cp:lastModifiedBy>
  <cp:revision>488</cp:revision>
  <dcterms:created xsi:type="dcterms:W3CDTF">2013-02-07T16:14:03Z</dcterms:created>
  <dcterms:modified xsi:type="dcterms:W3CDTF">2026-09-18T06:47:37Z</dcterms:modified>
</cp:coreProperties>
</file>