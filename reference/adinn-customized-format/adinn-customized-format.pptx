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Default Extension="png" ContentType="image/png"/>
  <Default Extension="svg" ContentType="image/svg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Default Extension="fntdata" ContentType="application/x-fontdata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6" r:id="rId6"/>
  </p:sldIdLst>
  <p:sldSz cx="18288000" cy="10287000"/>
  <p:notesSz cx="6858000" cy="9144000"/>
  <p:embeddedFontLst>
    <p:embeddedFont>
      <p:font typeface="Calibri" pitchFamily="34" charset="0"/>
      <p:regular r:id="rId7"/>
      <p:bold r:id="rId8"/>
      <p:italic r:id="rId9"/>
      <p:boldItalic r:id="rId10"/>
    </p:embeddedFont>
    <p:embeddedFont>
      <p:font typeface="Times New Roman MT Bold" charset="0"/>
      <p:regular r:id="rId11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xmlns="" val="0"/>
    </p:ext>
    <p:ext uri="{D31A062A-798A-4329-ABDD-BBA856620510}">
      <p14:defaultImageDpi xmlns:p14="http://schemas.microsoft.com/office/powerpoint/2010/main" xmlns="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15620" autoAdjust="0"/>
    <p:restoredTop sz="94622" autoAdjust="0"/>
  </p:normalViewPr>
  <p:slideViewPr>
    <p:cSldViewPr>
      <p:cViewPr varScale="1">
        <p:scale>
          <a:sx n="44" d="100"/>
          <a:sy n="44" d="100"/>
        </p:scale>
        <p:origin x="-876" y="-12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font" Target="fonts/font2.fntdata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font" Target="fonts/font1.fntdata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5.fntdata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font" Target="fonts/font4.fntdata"/><Relationship Id="rId4" Type="http://schemas.openxmlformats.org/officeDocument/2006/relationships/slide" Target="slides/slide3.xml"/><Relationship Id="rId9" Type="http://schemas.openxmlformats.org/officeDocument/2006/relationships/font" Target="fonts/font3.fntdata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9/19/2026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9/19/2026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9/19/2026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9/19/2026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6.jpeg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6.jpeg"/><Relationship Id="rId4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sv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0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-186058" y="0"/>
            <a:ext cx="18474058" cy="10391658"/>
          </a:xfrm>
          <a:custGeom>
            <a:avLst/>
            <a:gdLst/>
            <a:ahLst/>
            <a:cxnLst/>
            <a:rect l="l" t="t" r="r" b="b"/>
            <a:pathLst>
              <a:path w="18474058" h="10391658">
                <a:moveTo>
                  <a:pt x="0" y="0"/>
                </a:moveTo>
                <a:lnTo>
                  <a:pt x="18474058" y="0"/>
                </a:lnTo>
                <a:lnTo>
                  <a:pt x="18474058" y="10391658"/>
                </a:lnTo>
                <a:lnTo>
                  <a:pt x="0" y="1039165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grpSp>
        <p:nvGrpSpPr>
          <p:cNvPr id="3" name="Group 3"/>
          <p:cNvGrpSpPr/>
          <p:nvPr/>
        </p:nvGrpSpPr>
        <p:grpSpPr>
          <a:xfrm rot="-10800000">
            <a:off x="8099058" y="-105662"/>
            <a:ext cx="10169892" cy="249424"/>
            <a:chOff x="0" y="0"/>
            <a:chExt cx="3277842" cy="80392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3277842" cy="80392"/>
            </a:xfrm>
            <a:custGeom>
              <a:avLst/>
              <a:gdLst/>
              <a:ahLst/>
              <a:cxnLst/>
              <a:rect l="l" t="t" r="r" b="b"/>
              <a:pathLst>
                <a:path w="3277842" h="80392">
                  <a:moveTo>
                    <a:pt x="0" y="0"/>
                  </a:moveTo>
                  <a:lnTo>
                    <a:pt x="3277842" y="0"/>
                  </a:lnTo>
                  <a:lnTo>
                    <a:pt x="3277842" y="80392"/>
                  </a:lnTo>
                  <a:lnTo>
                    <a:pt x="0" y="80392"/>
                  </a:lnTo>
                  <a:close/>
                </a:path>
              </a:pathLst>
            </a:custGeom>
            <a:gradFill rotWithShape="1">
              <a:gsLst>
                <a:gs pos="0">
                  <a:srgbClr val="000000">
                    <a:alpha val="100000"/>
                  </a:srgbClr>
                </a:gs>
                <a:gs pos="100000">
                  <a:srgbClr val="737373">
                    <a:alpha val="100000"/>
                  </a:srgbClr>
                </a:gs>
              </a:gsLst>
              <a:lin ang="0"/>
            </a:gradFill>
            <a:ln cap="sq">
              <a:noFill/>
              <a:prstDash val="solid"/>
              <a:miter/>
            </a:ln>
          </p:spPr>
        </p:sp>
        <p:sp>
          <p:nvSpPr>
            <p:cNvPr id="5" name="TextBox 5"/>
            <p:cNvSpPr txBox="1"/>
            <p:nvPr/>
          </p:nvSpPr>
          <p:spPr>
            <a:xfrm>
              <a:off x="0" y="-47625"/>
              <a:ext cx="3277842" cy="12801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6" name="Group 6"/>
          <p:cNvGrpSpPr/>
          <p:nvPr/>
        </p:nvGrpSpPr>
        <p:grpSpPr>
          <a:xfrm rot="-10800000">
            <a:off x="-1750143" y="-115187"/>
            <a:ext cx="12497278" cy="249424"/>
            <a:chOff x="0" y="0"/>
            <a:chExt cx="1883823" cy="37598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1883823" cy="37598"/>
            </a:xfrm>
            <a:custGeom>
              <a:avLst/>
              <a:gdLst/>
              <a:ahLst/>
              <a:cxnLst/>
              <a:rect l="l" t="t" r="r" b="b"/>
              <a:pathLst>
                <a:path w="1883823" h="37598">
                  <a:moveTo>
                    <a:pt x="1680623" y="0"/>
                  </a:moveTo>
                  <a:lnTo>
                    <a:pt x="0" y="0"/>
                  </a:lnTo>
                  <a:lnTo>
                    <a:pt x="203200" y="37598"/>
                  </a:lnTo>
                  <a:lnTo>
                    <a:pt x="1883823" y="37598"/>
                  </a:lnTo>
                  <a:lnTo>
                    <a:pt x="1680623" y="0"/>
                  </a:lnTo>
                  <a:close/>
                </a:path>
              </a:pathLst>
            </a:custGeom>
            <a:gradFill rotWithShape="1">
              <a:gsLst>
                <a:gs pos="0">
                  <a:srgbClr val="731919">
                    <a:alpha val="100000"/>
                  </a:srgbClr>
                </a:gs>
                <a:gs pos="100000">
                  <a:srgbClr val="E52B2B">
                    <a:alpha val="100000"/>
                  </a:srgbClr>
                </a:gs>
              </a:gsLst>
              <a:lin ang="5400000"/>
            </a:gradFill>
            <a:ln w="28575" cap="sq">
              <a:solidFill>
                <a:srgbClr val="FFFFFF"/>
              </a:solidFill>
              <a:prstDash val="solid"/>
              <a:miter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101600" y="-47625"/>
              <a:ext cx="1680623" cy="8522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9" name="Group 9"/>
          <p:cNvGrpSpPr/>
          <p:nvPr/>
        </p:nvGrpSpPr>
        <p:grpSpPr>
          <a:xfrm rot="-10800000">
            <a:off x="-1260636" y="10162288"/>
            <a:ext cx="10169892" cy="249424"/>
            <a:chOff x="0" y="0"/>
            <a:chExt cx="3277842" cy="80392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3277842" cy="80392"/>
            </a:xfrm>
            <a:custGeom>
              <a:avLst/>
              <a:gdLst/>
              <a:ahLst/>
              <a:cxnLst/>
              <a:rect l="l" t="t" r="r" b="b"/>
              <a:pathLst>
                <a:path w="3277842" h="80392">
                  <a:moveTo>
                    <a:pt x="0" y="0"/>
                  </a:moveTo>
                  <a:lnTo>
                    <a:pt x="3277842" y="0"/>
                  </a:lnTo>
                  <a:lnTo>
                    <a:pt x="3277842" y="80392"/>
                  </a:lnTo>
                  <a:lnTo>
                    <a:pt x="0" y="80392"/>
                  </a:lnTo>
                  <a:close/>
                </a:path>
              </a:pathLst>
            </a:custGeom>
            <a:gradFill rotWithShape="1">
              <a:gsLst>
                <a:gs pos="0">
                  <a:srgbClr val="000000">
                    <a:alpha val="100000"/>
                  </a:srgbClr>
                </a:gs>
                <a:gs pos="100000">
                  <a:srgbClr val="737373">
                    <a:alpha val="100000"/>
                  </a:srgbClr>
                </a:gs>
              </a:gsLst>
              <a:lin ang="0"/>
            </a:gradFill>
            <a:ln cap="sq">
              <a:noFill/>
              <a:prstDash val="solid"/>
              <a:miter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0" y="-47625"/>
              <a:ext cx="3277842" cy="12801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12" name="Group 12"/>
          <p:cNvGrpSpPr/>
          <p:nvPr/>
        </p:nvGrpSpPr>
        <p:grpSpPr>
          <a:xfrm rot="-10800000">
            <a:off x="7639723" y="10162288"/>
            <a:ext cx="12497278" cy="249424"/>
            <a:chOff x="0" y="0"/>
            <a:chExt cx="1883823" cy="37598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1883823" cy="37598"/>
            </a:xfrm>
            <a:custGeom>
              <a:avLst/>
              <a:gdLst/>
              <a:ahLst/>
              <a:cxnLst/>
              <a:rect l="l" t="t" r="r" b="b"/>
              <a:pathLst>
                <a:path w="1883823" h="37598">
                  <a:moveTo>
                    <a:pt x="1680623" y="0"/>
                  </a:moveTo>
                  <a:lnTo>
                    <a:pt x="0" y="0"/>
                  </a:lnTo>
                  <a:lnTo>
                    <a:pt x="203200" y="37598"/>
                  </a:lnTo>
                  <a:lnTo>
                    <a:pt x="1883823" y="37598"/>
                  </a:lnTo>
                  <a:lnTo>
                    <a:pt x="1680623" y="0"/>
                  </a:lnTo>
                  <a:close/>
                </a:path>
              </a:pathLst>
            </a:custGeom>
            <a:gradFill rotWithShape="1">
              <a:gsLst>
                <a:gs pos="0">
                  <a:srgbClr val="731919">
                    <a:alpha val="100000"/>
                  </a:srgbClr>
                </a:gs>
                <a:gs pos="100000">
                  <a:srgbClr val="E52B2B">
                    <a:alpha val="100000"/>
                  </a:srgbClr>
                </a:gs>
              </a:gsLst>
              <a:lin ang="5400000"/>
            </a:gradFill>
            <a:ln w="28575" cap="sq">
              <a:solidFill>
                <a:srgbClr val="FFFFFF"/>
              </a:solidFill>
              <a:prstDash val="solid"/>
              <a:miter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101600" y="-47625"/>
              <a:ext cx="1680623" cy="8522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748675" y="2105609"/>
            <a:ext cx="10576310" cy="7076491"/>
            <a:chOff x="0" y="0"/>
            <a:chExt cx="1214786" cy="8128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214786" cy="812800"/>
            </a:xfrm>
            <a:custGeom>
              <a:avLst/>
              <a:gdLst/>
              <a:ahLst/>
              <a:cxnLst/>
              <a:rect l="l" t="t" r="r" b="b"/>
              <a:pathLst>
                <a:path w="1214786" h="812800">
                  <a:moveTo>
                    <a:pt x="0" y="0"/>
                  </a:moveTo>
                  <a:lnTo>
                    <a:pt x="1214786" y="0"/>
                  </a:lnTo>
                  <a:lnTo>
                    <a:pt x="1214786" y="812800"/>
                  </a:lnTo>
                  <a:lnTo>
                    <a:pt x="0" y="812800"/>
                  </a:lnTo>
                  <a:close/>
                </a:path>
              </a:pathLst>
            </a:custGeom>
            <a:blipFill>
              <a:blip r:embed="rId2"/>
              <a:stretch>
                <a:fillRect r="-16743"/>
              </a:stretch>
            </a:blipFill>
            <a:ln w="38100" cap="sq">
              <a:solidFill>
                <a:srgbClr val="000000"/>
              </a:solidFill>
              <a:prstDash val="solid"/>
              <a:miter/>
            </a:ln>
          </p:spPr>
        </p:sp>
      </p:grpSp>
      <p:grpSp>
        <p:nvGrpSpPr>
          <p:cNvPr id="4" name="Group 4"/>
          <p:cNvGrpSpPr/>
          <p:nvPr/>
        </p:nvGrpSpPr>
        <p:grpSpPr>
          <a:xfrm>
            <a:off x="11739398" y="2105609"/>
            <a:ext cx="5775471" cy="7076491"/>
            <a:chOff x="0" y="0"/>
            <a:chExt cx="663366" cy="8128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663366" cy="812800"/>
            </a:xfrm>
            <a:custGeom>
              <a:avLst/>
              <a:gdLst/>
              <a:ahLst/>
              <a:cxnLst/>
              <a:rect l="l" t="t" r="r" b="b"/>
              <a:pathLst>
                <a:path w="663366" h="812800">
                  <a:moveTo>
                    <a:pt x="0" y="0"/>
                  </a:moveTo>
                  <a:lnTo>
                    <a:pt x="663366" y="0"/>
                  </a:lnTo>
                  <a:lnTo>
                    <a:pt x="663366" y="812800"/>
                  </a:lnTo>
                  <a:lnTo>
                    <a:pt x="0" y="812800"/>
                  </a:lnTo>
                  <a:close/>
                </a:path>
              </a:pathLst>
            </a:custGeom>
            <a:blipFill>
              <a:blip r:embed="rId3"/>
              <a:stretch>
                <a:fillRect l="-5966" r="-5966"/>
              </a:stretch>
            </a:blipFill>
            <a:ln w="38100" cap="sq">
              <a:solidFill>
                <a:srgbClr val="000000"/>
              </a:solidFill>
              <a:prstDash val="solid"/>
              <a:miter/>
            </a:ln>
          </p:spPr>
        </p:sp>
      </p:grpSp>
      <p:grpSp>
        <p:nvGrpSpPr>
          <p:cNvPr id="6" name="Group 6"/>
          <p:cNvGrpSpPr/>
          <p:nvPr/>
        </p:nvGrpSpPr>
        <p:grpSpPr>
          <a:xfrm>
            <a:off x="-772907" y="9829800"/>
            <a:ext cx="10169892" cy="457200"/>
            <a:chOff x="0" y="0"/>
            <a:chExt cx="3277842" cy="147359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3277842" cy="147359"/>
            </a:xfrm>
            <a:custGeom>
              <a:avLst/>
              <a:gdLst/>
              <a:ahLst/>
              <a:cxnLst/>
              <a:rect l="l" t="t" r="r" b="b"/>
              <a:pathLst>
                <a:path w="3277842" h="147359">
                  <a:moveTo>
                    <a:pt x="0" y="0"/>
                  </a:moveTo>
                  <a:lnTo>
                    <a:pt x="3277842" y="0"/>
                  </a:lnTo>
                  <a:lnTo>
                    <a:pt x="3277842" y="147359"/>
                  </a:lnTo>
                  <a:lnTo>
                    <a:pt x="0" y="147359"/>
                  </a:lnTo>
                  <a:close/>
                </a:path>
              </a:pathLst>
            </a:custGeom>
            <a:gradFill rotWithShape="1">
              <a:gsLst>
                <a:gs pos="0">
                  <a:srgbClr val="000000">
                    <a:alpha val="100000"/>
                  </a:srgbClr>
                </a:gs>
                <a:gs pos="100000">
                  <a:srgbClr val="737373">
                    <a:alpha val="100000"/>
                  </a:srgbClr>
                </a:gs>
              </a:gsLst>
              <a:lin ang="0"/>
            </a:gradFill>
          </p:spPr>
        </p:sp>
        <p:sp>
          <p:nvSpPr>
            <p:cNvPr id="8" name="TextBox 8"/>
            <p:cNvSpPr txBox="1"/>
            <p:nvPr/>
          </p:nvSpPr>
          <p:spPr>
            <a:xfrm>
              <a:off x="0" y="-47625"/>
              <a:ext cx="3277842" cy="19498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8026057" y="9788152"/>
            <a:ext cx="12497278" cy="498848"/>
            <a:chOff x="0" y="0"/>
            <a:chExt cx="1883823" cy="75196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1883823" cy="75196"/>
            </a:xfrm>
            <a:custGeom>
              <a:avLst/>
              <a:gdLst/>
              <a:ahLst/>
              <a:cxnLst/>
              <a:rect l="l" t="t" r="r" b="b"/>
              <a:pathLst>
                <a:path w="1883823" h="75196">
                  <a:moveTo>
                    <a:pt x="1680623" y="0"/>
                  </a:moveTo>
                  <a:lnTo>
                    <a:pt x="0" y="0"/>
                  </a:lnTo>
                  <a:lnTo>
                    <a:pt x="203200" y="75196"/>
                  </a:lnTo>
                  <a:lnTo>
                    <a:pt x="1883823" y="75196"/>
                  </a:lnTo>
                  <a:lnTo>
                    <a:pt x="1680623" y="0"/>
                  </a:lnTo>
                  <a:close/>
                </a:path>
              </a:pathLst>
            </a:custGeom>
            <a:gradFill rotWithShape="1">
              <a:gsLst>
                <a:gs pos="0">
                  <a:srgbClr val="731919">
                    <a:alpha val="100000"/>
                  </a:srgbClr>
                </a:gs>
                <a:gs pos="100000">
                  <a:srgbClr val="E52B2B">
                    <a:alpha val="100000"/>
                  </a:srgbClr>
                </a:gs>
              </a:gsLst>
              <a:lin ang="5400000"/>
            </a:gradFill>
            <a:ln w="38100" cap="sq">
              <a:solidFill>
                <a:srgbClr val="FFFFFF"/>
              </a:solidFill>
              <a:prstDash val="solid"/>
              <a:miter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101600" y="-47625"/>
              <a:ext cx="1680623" cy="12282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8631842" y="0"/>
            <a:ext cx="10169892" cy="457200"/>
            <a:chOff x="0" y="0"/>
            <a:chExt cx="3277842" cy="147359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3277842" cy="147359"/>
            </a:xfrm>
            <a:custGeom>
              <a:avLst/>
              <a:gdLst/>
              <a:ahLst/>
              <a:cxnLst/>
              <a:rect l="l" t="t" r="r" b="b"/>
              <a:pathLst>
                <a:path w="3277842" h="147359">
                  <a:moveTo>
                    <a:pt x="0" y="0"/>
                  </a:moveTo>
                  <a:lnTo>
                    <a:pt x="3277842" y="0"/>
                  </a:lnTo>
                  <a:lnTo>
                    <a:pt x="3277842" y="147359"/>
                  </a:lnTo>
                  <a:lnTo>
                    <a:pt x="0" y="147359"/>
                  </a:lnTo>
                  <a:close/>
                </a:path>
              </a:pathLst>
            </a:custGeom>
            <a:gradFill rotWithShape="1">
              <a:gsLst>
                <a:gs pos="0">
                  <a:srgbClr val="000000">
                    <a:alpha val="100000"/>
                  </a:srgbClr>
                </a:gs>
                <a:gs pos="100000">
                  <a:srgbClr val="737373">
                    <a:alpha val="100000"/>
                  </a:srgbClr>
                </a:gs>
              </a:gsLst>
              <a:lin ang="0"/>
            </a:gradFill>
          </p:spPr>
        </p:sp>
        <p:sp>
          <p:nvSpPr>
            <p:cNvPr id="14" name="TextBox 14"/>
            <p:cNvSpPr txBox="1"/>
            <p:nvPr/>
          </p:nvSpPr>
          <p:spPr>
            <a:xfrm>
              <a:off x="0" y="-47625"/>
              <a:ext cx="3277842" cy="19498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15" name="Group 15"/>
          <p:cNvGrpSpPr/>
          <p:nvPr/>
        </p:nvGrpSpPr>
        <p:grpSpPr>
          <a:xfrm>
            <a:off x="-2293918" y="-41648"/>
            <a:ext cx="12497278" cy="498848"/>
            <a:chOff x="0" y="0"/>
            <a:chExt cx="1883823" cy="75196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1883823" cy="75196"/>
            </a:xfrm>
            <a:custGeom>
              <a:avLst/>
              <a:gdLst/>
              <a:ahLst/>
              <a:cxnLst/>
              <a:rect l="l" t="t" r="r" b="b"/>
              <a:pathLst>
                <a:path w="1883823" h="75196">
                  <a:moveTo>
                    <a:pt x="1680623" y="0"/>
                  </a:moveTo>
                  <a:lnTo>
                    <a:pt x="0" y="0"/>
                  </a:lnTo>
                  <a:lnTo>
                    <a:pt x="203200" y="75196"/>
                  </a:lnTo>
                  <a:lnTo>
                    <a:pt x="1883823" y="75196"/>
                  </a:lnTo>
                  <a:lnTo>
                    <a:pt x="1680623" y="0"/>
                  </a:lnTo>
                  <a:close/>
                </a:path>
              </a:pathLst>
            </a:custGeom>
            <a:gradFill rotWithShape="1">
              <a:gsLst>
                <a:gs pos="0">
                  <a:srgbClr val="731919">
                    <a:alpha val="100000"/>
                  </a:srgbClr>
                </a:gs>
                <a:gs pos="100000">
                  <a:srgbClr val="E52B2B">
                    <a:alpha val="100000"/>
                  </a:srgbClr>
                </a:gs>
              </a:gsLst>
              <a:lin ang="5400000"/>
            </a:gradFill>
            <a:ln w="38100" cap="sq">
              <a:solidFill>
                <a:srgbClr val="FFFFFF"/>
              </a:solidFill>
              <a:prstDash val="solid"/>
              <a:miter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101600" y="-47625"/>
              <a:ext cx="1680623" cy="12282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18" name="Group 18"/>
          <p:cNvGrpSpPr>
            <a:grpSpLocks noChangeAspect="1"/>
          </p:cNvGrpSpPr>
          <p:nvPr/>
        </p:nvGrpSpPr>
        <p:grpSpPr>
          <a:xfrm rot="-10329887">
            <a:off x="13736435" y="2554600"/>
            <a:ext cx="1076521" cy="1299576"/>
            <a:chOff x="0" y="0"/>
            <a:chExt cx="6350000" cy="7665720"/>
          </a:xfrm>
        </p:grpSpPr>
        <p:sp>
          <p:nvSpPr>
            <p:cNvPr id="19" name="Freeform 19"/>
            <p:cNvSpPr/>
            <p:nvPr/>
          </p:nvSpPr>
          <p:spPr>
            <a:xfrm>
              <a:off x="0" y="0"/>
              <a:ext cx="6350000" cy="7665561"/>
            </a:xfrm>
            <a:custGeom>
              <a:avLst/>
              <a:gdLst/>
              <a:ahLst/>
              <a:cxnLst/>
              <a:rect l="l" t="t" r="r" b="b"/>
              <a:pathLst>
                <a:path w="6350000" h="7665561">
                  <a:moveTo>
                    <a:pt x="5420360" y="6734810"/>
                  </a:moveTo>
                  <a:cubicBezTo>
                    <a:pt x="6659880" y="5495290"/>
                    <a:pt x="6659880" y="3484880"/>
                    <a:pt x="5420360" y="2244090"/>
                  </a:cubicBezTo>
                  <a:lnTo>
                    <a:pt x="3175000" y="0"/>
                  </a:lnTo>
                  <a:lnTo>
                    <a:pt x="929640" y="2245360"/>
                  </a:lnTo>
                  <a:cubicBezTo>
                    <a:pt x="-309880" y="3484880"/>
                    <a:pt x="-309880" y="5495290"/>
                    <a:pt x="929640" y="6736080"/>
                  </a:cubicBezTo>
                  <a:cubicBezTo>
                    <a:pt x="2170430" y="7975600"/>
                    <a:pt x="4179570" y="7975600"/>
                    <a:pt x="5420360" y="6734811"/>
                  </a:cubicBezTo>
                  <a:close/>
                </a:path>
              </a:pathLst>
            </a:custGeom>
            <a:solidFill>
              <a:srgbClr val="00BF63"/>
            </a:solidFill>
          </p:spPr>
        </p:sp>
        <p:sp>
          <p:nvSpPr>
            <p:cNvPr id="20" name="Freeform 20"/>
            <p:cNvSpPr/>
            <p:nvPr/>
          </p:nvSpPr>
          <p:spPr>
            <a:xfrm rot="-10800000">
              <a:off x="334119" y="1661132"/>
              <a:ext cx="5643663" cy="5618537"/>
            </a:xfrm>
            <a:custGeom>
              <a:avLst/>
              <a:gdLst/>
              <a:ahLst/>
              <a:cxnLst/>
              <a:rect l="l" t="t" r="r" b="b"/>
              <a:pathLst>
                <a:path w="5643663" h="5618537">
                  <a:moveTo>
                    <a:pt x="2821831" y="5618508"/>
                  </a:moveTo>
                  <a:cubicBezTo>
                    <a:pt x="3828469" y="5623010"/>
                    <a:pt x="4760572" y="5088559"/>
                    <a:pt x="5265195" y="4217527"/>
                  </a:cubicBezTo>
                  <a:cubicBezTo>
                    <a:pt x="5769818" y="3346496"/>
                    <a:pt x="5769818" y="2272040"/>
                    <a:pt x="5265195" y="1401009"/>
                  </a:cubicBezTo>
                  <a:cubicBezTo>
                    <a:pt x="4760572" y="529978"/>
                    <a:pt x="3828469" y="-4474"/>
                    <a:pt x="2821831" y="28"/>
                  </a:cubicBezTo>
                  <a:cubicBezTo>
                    <a:pt x="1815193" y="-4474"/>
                    <a:pt x="883090" y="529978"/>
                    <a:pt x="378467" y="1401009"/>
                  </a:cubicBezTo>
                  <a:cubicBezTo>
                    <a:pt x="-126156" y="2272040"/>
                    <a:pt x="-126156" y="3346496"/>
                    <a:pt x="378467" y="4217527"/>
                  </a:cubicBezTo>
                  <a:cubicBezTo>
                    <a:pt x="883090" y="5088558"/>
                    <a:pt x="1815193" y="5623010"/>
                    <a:pt x="2821831" y="5618508"/>
                  </a:cubicBezTo>
                  <a:close/>
                </a:path>
              </a:pathLst>
            </a:custGeom>
            <a:blipFill>
              <a:blip r:embed="rId4"/>
              <a:stretch>
                <a:fillRect l="209" t="-13" r="209" b="-13"/>
              </a:stretch>
            </a:blipFill>
          </p:spPr>
        </p:sp>
      </p:grpSp>
      <p:sp>
        <p:nvSpPr>
          <p:cNvPr id="21" name="TextBox 21"/>
          <p:cNvSpPr txBox="1"/>
          <p:nvPr/>
        </p:nvSpPr>
        <p:spPr>
          <a:xfrm>
            <a:off x="0" y="940384"/>
            <a:ext cx="18288000" cy="7556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599"/>
              </a:lnSpc>
              <a:spcBef>
                <a:spcPct val="0"/>
              </a:spcBef>
            </a:pPr>
            <a:r>
              <a:rPr lang="en-US" sz="3999" b="1">
                <a:solidFill>
                  <a:srgbClr val="000000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OMR Padur Nr. Hindustan College twds Solinganallur – 30x25</a:t>
            </a:r>
          </a:p>
        </p:txBody>
      </p:sp>
      <p:grpSp>
        <p:nvGrpSpPr>
          <p:cNvPr id="22" name="Group 22"/>
          <p:cNvGrpSpPr>
            <a:grpSpLocks noChangeAspect="1"/>
          </p:cNvGrpSpPr>
          <p:nvPr/>
        </p:nvGrpSpPr>
        <p:grpSpPr>
          <a:xfrm rot="-10075154">
            <a:off x="14567387" y="7418784"/>
            <a:ext cx="1051839" cy="1269780"/>
            <a:chOff x="0" y="0"/>
            <a:chExt cx="6350000" cy="7665720"/>
          </a:xfrm>
        </p:grpSpPr>
        <p:sp>
          <p:nvSpPr>
            <p:cNvPr id="23" name="Freeform 23"/>
            <p:cNvSpPr/>
            <p:nvPr/>
          </p:nvSpPr>
          <p:spPr>
            <a:xfrm>
              <a:off x="0" y="0"/>
              <a:ext cx="6350000" cy="7665720"/>
            </a:xfrm>
            <a:custGeom>
              <a:avLst/>
              <a:gdLst/>
              <a:ahLst/>
              <a:cxnLst/>
              <a:rect l="l" t="t" r="r" b="b"/>
              <a:pathLst>
                <a:path w="6350000" h="7665720">
                  <a:moveTo>
                    <a:pt x="929640" y="929640"/>
                  </a:moveTo>
                  <a:cubicBezTo>
                    <a:pt x="-309880" y="2169160"/>
                    <a:pt x="-309880" y="4179570"/>
                    <a:pt x="929640" y="5420360"/>
                  </a:cubicBezTo>
                  <a:lnTo>
                    <a:pt x="3175000" y="7665720"/>
                  </a:lnTo>
                  <a:lnTo>
                    <a:pt x="5420360" y="5420360"/>
                  </a:lnTo>
                  <a:cubicBezTo>
                    <a:pt x="6659880" y="4180840"/>
                    <a:pt x="6659880" y="2170430"/>
                    <a:pt x="5420360" y="929640"/>
                  </a:cubicBezTo>
                  <a:cubicBezTo>
                    <a:pt x="4179570" y="-309880"/>
                    <a:pt x="2170430" y="-309880"/>
                    <a:pt x="929640" y="929640"/>
                  </a:cubicBezTo>
                  <a:close/>
                </a:path>
              </a:pathLst>
            </a:custGeom>
            <a:solidFill>
              <a:srgbClr val="E1322D"/>
            </a:solidFill>
          </p:spPr>
        </p:sp>
        <p:sp>
          <p:nvSpPr>
            <p:cNvPr id="24" name="Freeform 24"/>
            <p:cNvSpPr/>
            <p:nvPr/>
          </p:nvSpPr>
          <p:spPr>
            <a:xfrm rot="10752000">
              <a:off x="372220" y="384604"/>
              <a:ext cx="5643661" cy="5618891"/>
            </a:xfrm>
            <a:custGeom>
              <a:avLst/>
              <a:gdLst/>
              <a:ahLst/>
              <a:cxnLst/>
              <a:rect l="l" t="t" r="r" b="b"/>
              <a:pathLst>
                <a:path w="5643661" h="5618891">
                  <a:moveTo>
                    <a:pt x="2782607" y="5618412"/>
                  </a:moveTo>
                  <a:cubicBezTo>
                    <a:pt x="3789084" y="5636968"/>
                    <a:pt x="4728559" y="5115583"/>
                    <a:pt x="5245294" y="4251682"/>
                  </a:cubicBezTo>
                  <a:cubicBezTo>
                    <a:pt x="5762029" y="3387782"/>
                    <a:pt x="5777031" y="2313431"/>
                    <a:pt x="5284618" y="1435439"/>
                  </a:cubicBezTo>
                  <a:cubicBezTo>
                    <a:pt x="4792206" y="557447"/>
                    <a:pt x="3867656" y="10033"/>
                    <a:pt x="2861053" y="480"/>
                  </a:cubicBezTo>
                  <a:cubicBezTo>
                    <a:pt x="1854576" y="-18076"/>
                    <a:pt x="915102" y="503308"/>
                    <a:pt x="398366" y="1367209"/>
                  </a:cubicBezTo>
                  <a:cubicBezTo>
                    <a:pt x="-118369" y="2231110"/>
                    <a:pt x="-133371" y="3305461"/>
                    <a:pt x="359041" y="4183453"/>
                  </a:cubicBezTo>
                  <a:cubicBezTo>
                    <a:pt x="851454" y="5061445"/>
                    <a:pt x="1776004" y="5608858"/>
                    <a:pt x="2782607" y="5618412"/>
                  </a:cubicBezTo>
                  <a:close/>
                </a:path>
              </a:pathLst>
            </a:custGeom>
            <a:blipFill>
              <a:blip r:embed="rId5"/>
              <a:stretch>
                <a:fillRect l="-38762" t="-9" r="-38762" b="-9"/>
              </a:stretch>
            </a:blipFill>
          </p:spPr>
        </p:sp>
      </p:grp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748675" y="2105609"/>
            <a:ext cx="10576310" cy="7076491"/>
            <a:chOff x="0" y="0"/>
            <a:chExt cx="1214786" cy="8128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214786" cy="812800"/>
            </a:xfrm>
            <a:custGeom>
              <a:avLst/>
              <a:gdLst/>
              <a:ahLst/>
              <a:cxnLst/>
              <a:rect l="l" t="t" r="r" b="b"/>
              <a:pathLst>
                <a:path w="1214786" h="812800">
                  <a:moveTo>
                    <a:pt x="0" y="0"/>
                  </a:moveTo>
                  <a:lnTo>
                    <a:pt x="1214786" y="0"/>
                  </a:lnTo>
                  <a:lnTo>
                    <a:pt x="1214786" y="812800"/>
                  </a:lnTo>
                  <a:lnTo>
                    <a:pt x="0" y="812800"/>
                  </a:lnTo>
                  <a:close/>
                </a:path>
              </a:pathLst>
            </a:custGeom>
            <a:blipFill>
              <a:blip r:embed="rId2"/>
              <a:stretch>
                <a:fillRect r="-19613"/>
              </a:stretch>
            </a:blipFill>
            <a:ln w="38100" cap="sq">
              <a:solidFill>
                <a:srgbClr val="000000"/>
              </a:solidFill>
              <a:prstDash val="solid"/>
              <a:miter/>
            </a:ln>
          </p:spPr>
        </p:sp>
      </p:grpSp>
      <p:grpSp>
        <p:nvGrpSpPr>
          <p:cNvPr id="4" name="Group 4"/>
          <p:cNvGrpSpPr/>
          <p:nvPr/>
        </p:nvGrpSpPr>
        <p:grpSpPr>
          <a:xfrm>
            <a:off x="11739398" y="2105609"/>
            <a:ext cx="5775471" cy="7076491"/>
            <a:chOff x="0" y="0"/>
            <a:chExt cx="663366" cy="8128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663366" cy="812800"/>
            </a:xfrm>
            <a:custGeom>
              <a:avLst/>
              <a:gdLst/>
              <a:ahLst/>
              <a:cxnLst/>
              <a:rect l="l" t="t" r="r" b="b"/>
              <a:pathLst>
                <a:path w="663366" h="812800">
                  <a:moveTo>
                    <a:pt x="0" y="0"/>
                  </a:moveTo>
                  <a:lnTo>
                    <a:pt x="663366" y="0"/>
                  </a:lnTo>
                  <a:lnTo>
                    <a:pt x="663366" y="812800"/>
                  </a:lnTo>
                  <a:lnTo>
                    <a:pt x="0" y="812800"/>
                  </a:lnTo>
                  <a:close/>
                </a:path>
              </a:pathLst>
            </a:custGeom>
            <a:blipFill>
              <a:blip r:embed="rId3"/>
              <a:stretch>
                <a:fillRect l="-9461" r="-9461"/>
              </a:stretch>
            </a:blipFill>
            <a:ln w="38100" cap="sq">
              <a:solidFill>
                <a:srgbClr val="000000"/>
              </a:solidFill>
              <a:prstDash val="solid"/>
              <a:miter/>
            </a:ln>
          </p:spPr>
        </p:sp>
      </p:grpSp>
      <p:grpSp>
        <p:nvGrpSpPr>
          <p:cNvPr id="6" name="Group 6"/>
          <p:cNvGrpSpPr/>
          <p:nvPr/>
        </p:nvGrpSpPr>
        <p:grpSpPr>
          <a:xfrm>
            <a:off x="-772907" y="9829800"/>
            <a:ext cx="10169892" cy="457200"/>
            <a:chOff x="0" y="0"/>
            <a:chExt cx="3277842" cy="147359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3277842" cy="147359"/>
            </a:xfrm>
            <a:custGeom>
              <a:avLst/>
              <a:gdLst/>
              <a:ahLst/>
              <a:cxnLst/>
              <a:rect l="l" t="t" r="r" b="b"/>
              <a:pathLst>
                <a:path w="3277842" h="147359">
                  <a:moveTo>
                    <a:pt x="0" y="0"/>
                  </a:moveTo>
                  <a:lnTo>
                    <a:pt x="3277842" y="0"/>
                  </a:lnTo>
                  <a:lnTo>
                    <a:pt x="3277842" y="147359"/>
                  </a:lnTo>
                  <a:lnTo>
                    <a:pt x="0" y="147359"/>
                  </a:lnTo>
                  <a:close/>
                </a:path>
              </a:pathLst>
            </a:custGeom>
            <a:gradFill rotWithShape="1">
              <a:gsLst>
                <a:gs pos="0">
                  <a:srgbClr val="000000">
                    <a:alpha val="100000"/>
                  </a:srgbClr>
                </a:gs>
                <a:gs pos="100000">
                  <a:srgbClr val="737373">
                    <a:alpha val="100000"/>
                  </a:srgbClr>
                </a:gs>
              </a:gsLst>
              <a:lin ang="0"/>
            </a:gradFill>
          </p:spPr>
        </p:sp>
        <p:sp>
          <p:nvSpPr>
            <p:cNvPr id="8" name="TextBox 8"/>
            <p:cNvSpPr txBox="1"/>
            <p:nvPr/>
          </p:nvSpPr>
          <p:spPr>
            <a:xfrm>
              <a:off x="0" y="-47625"/>
              <a:ext cx="3277842" cy="19498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8026057" y="9788152"/>
            <a:ext cx="12497278" cy="498848"/>
            <a:chOff x="0" y="0"/>
            <a:chExt cx="1883823" cy="75196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1883823" cy="75196"/>
            </a:xfrm>
            <a:custGeom>
              <a:avLst/>
              <a:gdLst/>
              <a:ahLst/>
              <a:cxnLst/>
              <a:rect l="l" t="t" r="r" b="b"/>
              <a:pathLst>
                <a:path w="1883823" h="75196">
                  <a:moveTo>
                    <a:pt x="1680623" y="0"/>
                  </a:moveTo>
                  <a:lnTo>
                    <a:pt x="0" y="0"/>
                  </a:lnTo>
                  <a:lnTo>
                    <a:pt x="203200" y="75196"/>
                  </a:lnTo>
                  <a:lnTo>
                    <a:pt x="1883823" y="75196"/>
                  </a:lnTo>
                  <a:lnTo>
                    <a:pt x="1680623" y="0"/>
                  </a:lnTo>
                  <a:close/>
                </a:path>
              </a:pathLst>
            </a:custGeom>
            <a:gradFill rotWithShape="1">
              <a:gsLst>
                <a:gs pos="0">
                  <a:srgbClr val="731919">
                    <a:alpha val="100000"/>
                  </a:srgbClr>
                </a:gs>
                <a:gs pos="100000">
                  <a:srgbClr val="E52B2B">
                    <a:alpha val="100000"/>
                  </a:srgbClr>
                </a:gs>
              </a:gsLst>
              <a:lin ang="5400000"/>
            </a:gradFill>
            <a:ln w="38100" cap="sq">
              <a:solidFill>
                <a:srgbClr val="FFFFFF"/>
              </a:solidFill>
              <a:prstDash val="solid"/>
              <a:miter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101600" y="-47625"/>
              <a:ext cx="1680623" cy="12282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8631842" y="0"/>
            <a:ext cx="10169892" cy="457200"/>
            <a:chOff x="0" y="0"/>
            <a:chExt cx="3277842" cy="147359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3277842" cy="147359"/>
            </a:xfrm>
            <a:custGeom>
              <a:avLst/>
              <a:gdLst/>
              <a:ahLst/>
              <a:cxnLst/>
              <a:rect l="l" t="t" r="r" b="b"/>
              <a:pathLst>
                <a:path w="3277842" h="147359">
                  <a:moveTo>
                    <a:pt x="0" y="0"/>
                  </a:moveTo>
                  <a:lnTo>
                    <a:pt x="3277842" y="0"/>
                  </a:lnTo>
                  <a:lnTo>
                    <a:pt x="3277842" y="147359"/>
                  </a:lnTo>
                  <a:lnTo>
                    <a:pt x="0" y="147359"/>
                  </a:lnTo>
                  <a:close/>
                </a:path>
              </a:pathLst>
            </a:custGeom>
            <a:gradFill rotWithShape="1">
              <a:gsLst>
                <a:gs pos="0">
                  <a:srgbClr val="000000">
                    <a:alpha val="100000"/>
                  </a:srgbClr>
                </a:gs>
                <a:gs pos="100000">
                  <a:srgbClr val="737373">
                    <a:alpha val="100000"/>
                  </a:srgbClr>
                </a:gs>
              </a:gsLst>
              <a:lin ang="0"/>
            </a:gradFill>
          </p:spPr>
        </p:sp>
        <p:sp>
          <p:nvSpPr>
            <p:cNvPr id="14" name="TextBox 14"/>
            <p:cNvSpPr txBox="1"/>
            <p:nvPr/>
          </p:nvSpPr>
          <p:spPr>
            <a:xfrm>
              <a:off x="0" y="-47625"/>
              <a:ext cx="3277842" cy="19498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15" name="Group 15"/>
          <p:cNvGrpSpPr/>
          <p:nvPr/>
        </p:nvGrpSpPr>
        <p:grpSpPr>
          <a:xfrm>
            <a:off x="-2293918" y="-41648"/>
            <a:ext cx="12497278" cy="498848"/>
            <a:chOff x="0" y="0"/>
            <a:chExt cx="1883823" cy="75196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1883823" cy="75196"/>
            </a:xfrm>
            <a:custGeom>
              <a:avLst/>
              <a:gdLst/>
              <a:ahLst/>
              <a:cxnLst/>
              <a:rect l="l" t="t" r="r" b="b"/>
              <a:pathLst>
                <a:path w="1883823" h="75196">
                  <a:moveTo>
                    <a:pt x="1680623" y="0"/>
                  </a:moveTo>
                  <a:lnTo>
                    <a:pt x="0" y="0"/>
                  </a:lnTo>
                  <a:lnTo>
                    <a:pt x="203200" y="75196"/>
                  </a:lnTo>
                  <a:lnTo>
                    <a:pt x="1883823" y="75196"/>
                  </a:lnTo>
                  <a:lnTo>
                    <a:pt x="1680623" y="0"/>
                  </a:lnTo>
                  <a:close/>
                </a:path>
              </a:pathLst>
            </a:custGeom>
            <a:gradFill rotWithShape="1">
              <a:gsLst>
                <a:gs pos="0">
                  <a:srgbClr val="731919">
                    <a:alpha val="100000"/>
                  </a:srgbClr>
                </a:gs>
                <a:gs pos="100000">
                  <a:srgbClr val="E52B2B">
                    <a:alpha val="100000"/>
                  </a:srgbClr>
                </a:gs>
              </a:gsLst>
              <a:lin ang="5400000"/>
            </a:gradFill>
            <a:ln w="38100" cap="sq">
              <a:solidFill>
                <a:srgbClr val="FFFFFF"/>
              </a:solidFill>
              <a:prstDash val="solid"/>
              <a:miter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101600" y="-47625"/>
              <a:ext cx="1680623" cy="12282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18" name="Group 18"/>
          <p:cNvGrpSpPr>
            <a:grpSpLocks noChangeAspect="1"/>
          </p:cNvGrpSpPr>
          <p:nvPr/>
        </p:nvGrpSpPr>
        <p:grpSpPr>
          <a:xfrm rot="-5770959">
            <a:off x="13882506" y="4726653"/>
            <a:ext cx="1076521" cy="1299576"/>
            <a:chOff x="0" y="0"/>
            <a:chExt cx="6350000" cy="7665720"/>
          </a:xfrm>
        </p:grpSpPr>
        <p:sp>
          <p:nvSpPr>
            <p:cNvPr id="19" name="Freeform 19"/>
            <p:cNvSpPr/>
            <p:nvPr/>
          </p:nvSpPr>
          <p:spPr>
            <a:xfrm>
              <a:off x="0" y="0"/>
              <a:ext cx="6350000" cy="7665561"/>
            </a:xfrm>
            <a:custGeom>
              <a:avLst/>
              <a:gdLst/>
              <a:ahLst/>
              <a:cxnLst/>
              <a:rect l="l" t="t" r="r" b="b"/>
              <a:pathLst>
                <a:path w="6350000" h="7665561">
                  <a:moveTo>
                    <a:pt x="5420360" y="6734810"/>
                  </a:moveTo>
                  <a:cubicBezTo>
                    <a:pt x="6659880" y="5495290"/>
                    <a:pt x="6659880" y="3484880"/>
                    <a:pt x="5420360" y="2244090"/>
                  </a:cubicBezTo>
                  <a:lnTo>
                    <a:pt x="3175000" y="0"/>
                  </a:lnTo>
                  <a:lnTo>
                    <a:pt x="929640" y="2245360"/>
                  </a:lnTo>
                  <a:cubicBezTo>
                    <a:pt x="-309880" y="3484880"/>
                    <a:pt x="-309880" y="5495290"/>
                    <a:pt x="929640" y="6736080"/>
                  </a:cubicBezTo>
                  <a:cubicBezTo>
                    <a:pt x="2170430" y="7975600"/>
                    <a:pt x="4179570" y="7975600"/>
                    <a:pt x="5420360" y="6734811"/>
                  </a:cubicBezTo>
                  <a:close/>
                </a:path>
              </a:pathLst>
            </a:custGeom>
            <a:solidFill>
              <a:srgbClr val="00BF63"/>
            </a:solidFill>
          </p:spPr>
        </p:sp>
        <p:sp>
          <p:nvSpPr>
            <p:cNvPr id="20" name="Freeform 20"/>
            <p:cNvSpPr/>
            <p:nvPr/>
          </p:nvSpPr>
          <p:spPr>
            <a:xfrm rot="5796000">
              <a:off x="345194" y="1648631"/>
              <a:ext cx="5621512" cy="5643537"/>
            </a:xfrm>
            <a:custGeom>
              <a:avLst/>
              <a:gdLst/>
              <a:ahLst/>
              <a:cxnLst/>
              <a:rect l="l" t="t" r="r" b="b"/>
              <a:pathLst>
                <a:path w="5621512" h="5643537">
                  <a:moveTo>
                    <a:pt x="20133" y="3144655"/>
                  </a:moveTo>
                  <a:cubicBezTo>
                    <a:pt x="131361" y="4145139"/>
                    <a:pt x="769404" y="5009637"/>
                    <a:pt x="1692663" y="5410802"/>
                  </a:cubicBezTo>
                  <a:cubicBezTo>
                    <a:pt x="2615921" y="5811967"/>
                    <a:pt x="3683257" y="5688472"/>
                    <a:pt x="4490516" y="5087079"/>
                  </a:cubicBezTo>
                  <a:cubicBezTo>
                    <a:pt x="5297774" y="4485687"/>
                    <a:pt x="5721551" y="3498332"/>
                    <a:pt x="5601379" y="2498883"/>
                  </a:cubicBezTo>
                  <a:cubicBezTo>
                    <a:pt x="5490151" y="1498399"/>
                    <a:pt x="4852107" y="633901"/>
                    <a:pt x="3928849" y="232736"/>
                  </a:cubicBezTo>
                  <a:cubicBezTo>
                    <a:pt x="3005590" y="-168428"/>
                    <a:pt x="1938255" y="-44934"/>
                    <a:pt x="1130996" y="556459"/>
                  </a:cubicBezTo>
                  <a:cubicBezTo>
                    <a:pt x="323738" y="1157851"/>
                    <a:pt x="-100039" y="2145206"/>
                    <a:pt x="20134" y="3144655"/>
                  </a:cubicBezTo>
                  <a:close/>
                </a:path>
              </a:pathLst>
            </a:custGeom>
            <a:blipFill>
              <a:blip r:embed="rId4"/>
              <a:stretch>
                <a:fillRect l="13" t="208" r="13" b="208"/>
              </a:stretch>
            </a:blipFill>
          </p:spPr>
        </p:sp>
      </p:grpSp>
      <p:sp>
        <p:nvSpPr>
          <p:cNvPr id="21" name="TextBox 21"/>
          <p:cNvSpPr txBox="1"/>
          <p:nvPr/>
        </p:nvSpPr>
        <p:spPr>
          <a:xfrm>
            <a:off x="0" y="940384"/>
            <a:ext cx="18288000" cy="7556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599"/>
              </a:lnSpc>
              <a:spcBef>
                <a:spcPct val="0"/>
              </a:spcBef>
            </a:pPr>
            <a:r>
              <a:rPr lang="en-US" sz="3999" b="1">
                <a:solidFill>
                  <a:srgbClr val="000000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OMR Opp to Elite Grand Hotel towards Sholinganallur (Top)- 40x20</a:t>
            </a:r>
          </a:p>
        </p:txBody>
      </p:sp>
      <p:grpSp>
        <p:nvGrpSpPr>
          <p:cNvPr id="22" name="Group 22"/>
          <p:cNvGrpSpPr>
            <a:grpSpLocks noChangeAspect="1"/>
          </p:cNvGrpSpPr>
          <p:nvPr/>
        </p:nvGrpSpPr>
        <p:grpSpPr>
          <a:xfrm rot="4260055">
            <a:off x="16217431" y="5212570"/>
            <a:ext cx="1051839" cy="1269780"/>
            <a:chOff x="0" y="0"/>
            <a:chExt cx="6350000" cy="7665720"/>
          </a:xfrm>
        </p:grpSpPr>
        <p:sp>
          <p:nvSpPr>
            <p:cNvPr id="23" name="Freeform 23"/>
            <p:cNvSpPr/>
            <p:nvPr/>
          </p:nvSpPr>
          <p:spPr>
            <a:xfrm>
              <a:off x="0" y="0"/>
              <a:ext cx="6350000" cy="7665720"/>
            </a:xfrm>
            <a:custGeom>
              <a:avLst/>
              <a:gdLst/>
              <a:ahLst/>
              <a:cxnLst/>
              <a:rect l="l" t="t" r="r" b="b"/>
              <a:pathLst>
                <a:path w="6350000" h="7665720">
                  <a:moveTo>
                    <a:pt x="929640" y="929640"/>
                  </a:moveTo>
                  <a:cubicBezTo>
                    <a:pt x="-309880" y="2169160"/>
                    <a:pt x="-309880" y="4179570"/>
                    <a:pt x="929640" y="5420360"/>
                  </a:cubicBezTo>
                  <a:lnTo>
                    <a:pt x="3175000" y="7665720"/>
                  </a:lnTo>
                  <a:lnTo>
                    <a:pt x="5420360" y="5420360"/>
                  </a:lnTo>
                  <a:cubicBezTo>
                    <a:pt x="6659880" y="4180840"/>
                    <a:pt x="6659880" y="2170430"/>
                    <a:pt x="5420360" y="929640"/>
                  </a:cubicBezTo>
                  <a:cubicBezTo>
                    <a:pt x="4179570" y="-309880"/>
                    <a:pt x="2170430" y="-309880"/>
                    <a:pt x="929640" y="929640"/>
                  </a:cubicBezTo>
                  <a:close/>
                </a:path>
              </a:pathLst>
            </a:custGeom>
            <a:solidFill>
              <a:srgbClr val="E1322D"/>
            </a:solidFill>
          </p:spPr>
        </p:sp>
        <p:sp>
          <p:nvSpPr>
            <p:cNvPr id="24" name="Freeform 24"/>
            <p:cNvSpPr/>
            <p:nvPr/>
          </p:nvSpPr>
          <p:spPr>
            <a:xfrm rot="-5117999">
              <a:off x="383724" y="372250"/>
              <a:ext cx="5620652" cy="5643600"/>
            </a:xfrm>
            <a:custGeom>
              <a:avLst/>
              <a:gdLst/>
              <a:ahLst/>
              <a:cxnLst/>
              <a:rect l="l" t="t" r="r" b="b"/>
              <a:pathLst>
                <a:path w="5620652" h="5643600">
                  <a:moveTo>
                    <a:pt x="5610119" y="2591615"/>
                  </a:moveTo>
                  <a:cubicBezTo>
                    <a:pt x="5532124" y="1587993"/>
                    <a:pt x="4923094" y="702816"/>
                    <a:pt x="4013644" y="271261"/>
                  </a:cubicBezTo>
                  <a:cubicBezTo>
                    <a:pt x="3104194" y="-160294"/>
                    <a:pt x="2033351" y="-72255"/>
                    <a:pt x="1206597" y="502042"/>
                  </a:cubicBezTo>
                  <a:cubicBezTo>
                    <a:pt x="379842" y="1076339"/>
                    <a:pt x="-76436" y="2049101"/>
                    <a:pt x="10532" y="3051985"/>
                  </a:cubicBezTo>
                  <a:cubicBezTo>
                    <a:pt x="88528" y="4055606"/>
                    <a:pt x="697557" y="4940784"/>
                    <a:pt x="1607008" y="5372339"/>
                  </a:cubicBezTo>
                  <a:cubicBezTo>
                    <a:pt x="2516458" y="5803894"/>
                    <a:pt x="3587301" y="5715854"/>
                    <a:pt x="4414055" y="5141557"/>
                  </a:cubicBezTo>
                  <a:cubicBezTo>
                    <a:pt x="5240810" y="4567260"/>
                    <a:pt x="5697089" y="3594499"/>
                    <a:pt x="5610120" y="2591615"/>
                  </a:cubicBezTo>
                  <a:close/>
                </a:path>
              </a:pathLst>
            </a:custGeom>
            <a:blipFill>
              <a:blip r:embed="rId5"/>
              <a:stretch>
                <a:fillRect l="-39126" t="208" r="-39126" b="208"/>
              </a:stretch>
            </a:blipFill>
          </p:spPr>
        </p:sp>
      </p:grp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6624097" y="9476684"/>
            <a:ext cx="12535038" cy="897791"/>
            <a:chOff x="0" y="0"/>
            <a:chExt cx="3301409" cy="236455"/>
          </a:xfrm>
        </p:grpSpPr>
        <p:sp>
          <p:nvSpPr>
            <p:cNvPr id="3" name="Freeform 3"/>
            <p:cNvSpPr/>
            <p:nvPr/>
          </p:nvSpPr>
          <p:spPr>
            <a:xfrm>
              <a:off x="13695" y="0"/>
              <a:ext cx="3274019" cy="236455"/>
            </a:xfrm>
            <a:custGeom>
              <a:avLst/>
              <a:gdLst/>
              <a:ahLst/>
              <a:cxnLst/>
              <a:rect l="l" t="t" r="r" b="b"/>
              <a:pathLst>
                <a:path w="3274019" h="236455">
                  <a:moveTo>
                    <a:pt x="214828" y="0"/>
                  </a:moveTo>
                  <a:lnTo>
                    <a:pt x="3262392" y="0"/>
                  </a:lnTo>
                  <a:cubicBezTo>
                    <a:pt x="3266935" y="0"/>
                    <a:pt x="3271063" y="2646"/>
                    <a:pt x="3272958" y="6775"/>
                  </a:cubicBezTo>
                  <a:cubicBezTo>
                    <a:pt x="3274854" y="10904"/>
                    <a:pt x="3274171" y="15759"/>
                    <a:pt x="3271210" y="19205"/>
                  </a:cubicBezTo>
                  <a:lnTo>
                    <a:pt x="3101018" y="217250"/>
                  </a:lnTo>
                  <a:cubicBezTo>
                    <a:pt x="3090541" y="229442"/>
                    <a:pt x="3075266" y="236455"/>
                    <a:pt x="3059192" y="236455"/>
                  </a:cubicBezTo>
                  <a:lnTo>
                    <a:pt x="11628" y="236455"/>
                  </a:lnTo>
                  <a:cubicBezTo>
                    <a:pt x="7084" y="236455"/>
                    <a:pt x="2957" y="233809"/>
                    <a:pt x="1061" y="229680"/>
                  </a:cubicBezTo>
                  <a:cubicBezTo>
                    <a:pt x="-835" y="225551"/>
                    <a:pt x="-152" y="220696"/>
                    <a:pt x="2809" y="217250"/>
                  </a:cubicBezTo>
                  <a:lnTo>
                    <a:pt x="173001" y="19205"/>
                  </a:lnTo>
                  <a:cubicBezTo>
                    <a:pt x="183478" y="7014"/>
                    <a:pt x="198753" y="0"/>
                    <a:pt x="214828" y="0"/>
                  </a:cubicBezTo>
                  <a:close/>
                </a:path>
              </a:pathLst>
            </a:custGeom>
            <a:solidFill>
              <a:srgbClr val="FFF2EE">
                <a:alpha val="40000"/>
              </a:srgbClr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101600" y="-38100"/>
              <a:ext cx="3098209" cy="27455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 rot="-1780216">
            <a:off x="16950682" y="5766170"/>
            <a:ext cx="2412654" cy="2639798"/>
            <a:chOff x="0" y="0"/>
            <a:chExt cx="745158" cy="815350"/>
          </a:xfrm>
        </p:grpSpPr>
        <p:sp>
          <p:nvSpPr>
            <p:cNvPr id="6" name="Freeform 6"/>
            <p:cNvSpPr/>
            <p:nvPr/>
          </p:nvSpPr>
          <p:spPr>
            <a:xfrm>
              <a:off x="0" y="2115"/>
              <a:ext cx="745158" cy="809837"/>
            </a:xfrm>
            <a:custGeom>
              <a:avLst/>
              <a:gdLst/>
              <a:ahLst/>
              <a:cxnLst/>
              <a:rect l="l" t="t" r="r" b="b"/>
              <a:pathLst>
                <a:path w="745158" h="809837">
                  <a:moveTo>
                    <a:pt x="379837" y="1856"/>
                  </a:moveTo>
                  <a:lnTo>
                    <a:pt x="737900" y="197752"/>
                  </a:lnTo>
                  <a:cubicBezTo>
                    <a:pt x="742375" y="200200"/>
                    <a:pt x="745158" y="204894"/>
                    <a:pt x="745158" y="209995"/>
                  </a:cubicBezTo>
                  <a:lnTo>
                    <a:pt x="745158" y="599842"/>
                  </a:lnTo>
                  <a:cubicBezTo>
                    <a:pt x="745158" y="604943"/>
                    <a:pt x="742375" y="609638"/>
                    <a:pt x="737900" y="612086"/>
                  </a:cubicBezTo>
                  <a:lnTo>
                    <a:pt x="379837" y="807982"/>
                  </a:lnTo>
                  <a:cubicBezTo>
                    <a:pt x="375315" y="810456"/>
                    <a:pt x="369844" y="810456"/>
                    <a:pt x="365321" y="807982"/>
                  </a:cubicBezTo>
                  <a:lnTo>
                    <a:pt x="7258" y="612086"/>
                  </a:lnTo>
                  <a:cubicBezTo>
                    <a:pt x="2783" y="609638"/>
                    <a:pt x="0" y="604943"/>
                    <a:pt x="0" y="599842"/>
                  </a:cubicBezTo>
                  <a:lnTo>
                    <a:pt x="0" y="209995"/>
                  </a:lnTo>
                  <a:cubicBezTo>
                    <a:pt x="0" y="204894"/>
                    <a:pt x="2783" y="200200"/>
                    <a:pt x="7258" y="197752"/>
                  </a:cubicBezTo>
                  <a:lnTo>
                    <a:pt x="365321" y="1856"/>
                  </a:lnTo>
                  <a:cubicBezTo>
                    <a:pt x="369844" y="-618"/>
                    <a:pt x="375315" y="-618"/>
                    <a:pt x="379837" y="1856"/>
                  </a:cubicBezTo>
                  <a:close/>
                </a:path>
              </a:pathLst>
            </a:custGeom>
            <a:solidFill>
              <a:srgbClr val="FFF2EE">
                <a:alpha val="40000"/>
              </a:srgbClr>
            </a:solidFill>
            <a:ln cap="sq">
              <a:noFill/>
              <a:prstDash val="solid"/>
              <a:miter/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99976" y="111041"/>
              <a:ext cx="545206" cy="55392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8" name="Group 8"/>
          <p:cNvGrpSpPr/>
          <p:nvPr/>
        </p:nvGrpSpPr>
        <p:grpSpPr>
          <a:xfrm rot="-1780216">
            <a:off x="-1030509" y="2278197"/>
            <a:ext cx="2412654" cy="2639798"/>
            <a:chOff x="0" y="0"/>
            <a:chExt cx="745158" cy="815350"/>
          </a:xfrm>
        </p:grpSpPr>
        <p:sp>
          <p:nvSpPr>
            <p:cNvPr id="9" name="Freeform 9"/>
            <p:cNvSpPr/>
            <p:nvPr/>
          </p:nvSpPr>
          <p:spPr>
            <a:xfrm>
              <a:off x="0" y="2115"/>
              <a:ext cx="745158" cy="809837"/>
            </a:xfrm>
            <a:custGeom>
              <a:avLst/>
              <a:gdLst/>
              <a:ahLst/>
              <a:cxnLst/>
              <a:rect l="l" t="t" r="r" b="b"/>
              <a:pathLst>
                <a:path w="745158" h="809837">
                  <a:moveTo>
                    <a:pt x="379837" y="1856"/>
                  </a:moveTo>
                  <a:lnTo>
                    <a:pt x="737900" y="197752"/>
                  </a:lnTo>
                  <a:cubicBezTo>
                    <a:pt x="742375" y="200200"/>
                    <a:pt x="745158" y="204894"/>
                    <a:pt x="745158" y="209995"/>
                  </a:cubicBezTo>
                  <a:lnTo>
                    <a:pt x="745158" y="599842"/>
                  </a:lnTo>
                  <a:cubicBezTo>
                    <a:pt x="745158" y="604943"/>
                    <a:pt x="742375" y="609638"/>
                    <a:pt x="737900" y="612086"/>
                  </a:cubicBezTo>
                  <a:lnTo>
                    <a:pt x="379837" y="807982"/>
                  </a:lnTo>
                  <a:cubicBezTo>
                    <a:pt x="375315" y="810456"/>
                    <a:pt x="369844" y="810456"/>
                    <a:pt x="365321" y="807982"/>
                  </a:cubicBezTo>
                  <a:lnTo>
                    <a:pt x="7258" y="612086"/>
                  </a:lnTo>
                  <a:cubicBezTo>
                    <a:pt x="2783" y="609638"/>
                    <a:pt x="0" y="604943"/>
                    <a:pt x="0" y="599842"/>
                  </a:cubicBezTo>
                  <a:lnTo>
                    <a:pt x="0" y="209995"/>
                  </a:lnTo>
                  <a:cubicBezTo>
                    <a:pt x="0" y="204894"/>
                    <a:pt x="2783" y="200200"/>
                    <a:pt x="7258" y="197752"/>
                  </a:cubicBezTo>
                  <a:lnTo>
                    <a:pt x="365321" y="1856"/>
                  </a:lnTo>
                  <a:cubicBezTo>
                    <a:pt x="369844" y="-618"/>
                    <a:pt x="375315" y="-618"/>
                    <a:pt x="379837" y="1856"/>
                  </a:cubicBezTo>
                  <a:close/>
                </a:path>
              </a:pathLst>
            </a:custGeom>
            <a:solidFill>
              <a:srgbClr val="FFF2EE">
                <a:alpha val="40000"/>
              </a:srgbClr>
            </a:solidFill>
            <a:ln cap="sq">
              <a:noFill/>
              <a:prstDash val="solid"/>
              <a:miter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99976" y="111041"/>
              <a:ext cx="545206" cy="55392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-1698180" y="-66675"/>
            <a:ext cx="12535038" cy="865521"/>
            <a:chOff x="0" y="0"/>
            <a:chExt cx="3301409" cy="227956"/>
          </a:xfrm>
        </p:grpSpPr>
        <p:sp>
          <p:nvSpPr>
            <p:cNvPr id="12" name="Freeform 12"/>
            <p:cNvSpPr/>
            <p:nvPr/>
          </p:nvSpPr>
          <p:spPr>
            <a:xfrm>
              <a:off x="13972" y="0"/>
              <a:ext cx="3273465" cy="227956"/>
            </a:xfrm>
            <a:custGeom>
              <a:avLst/>
              <a:gdLst/>
              <a:ahLst/>
              <a:cxnLst/>
              <a:rect l="l" t="t" r="r" b="b"/>
              <a:pathLst>
                <a:path w="3273465" h="227956">
                  <a:moveTo>
                    <a:pt x="214551" y="0"/>
                  </a:moveTo>
                  <a:lnTo>
                    <a:pt x="3262115" y="0"/>
                  </a:lnTo>
                  <a:cubicBezTo>
                    <a:pt x="3266587" y="0"/>
                    <a:pt x="3270643" y="2626"/>
                    <a:pt x="3272472" y="6708"/>
                  </a:cubicBezTo>
                  <a:cubicBezTo>
                    <a:pt x="3274301" y="10789"/>
                    <a:pt x="3273563" y="15564"/>
                    <a:pt x="3270588" y="18903"/>
                  </a:cubicBezTo>
                  <a:lnTo>
                    <a:pt x="3101087" y="209053"/>
                  </a:lnTo>
                  <a:cubicBezTo>
                    <a:pt x="3090368" y="221079"/>
                    <a:pt x="3075024" y="227956"/>
                    <a:pt x="3058915" y="227956"/>
                  </a:cubicBezTo>
                  <a:lnTo>
                    <a:pt x="11351" y="227956"/>
                  </a:lnTo>
                  <a:cubicBezTo>
                    <a:pt x="6878" y="227956"/>
                    <a:pt x="2823" y="225330"/>
                    <a:pt x="993" y="221248"/>
                  </a:cubicBezTo>
                  <a:cubicBezTo>
                    <a:pt x="-836" y="217167"/>
                    <a:pt x="-98" y="212392"/>
                    <a:pt x="2878" y="209053"/>
                  </a:cubicBezTo>
                  <a:lnTo>
                    <a:pt x="172378" y="18903"/>
                  </a:lnTo>
                  <a:cubicBezTo>
                    <a:pt x="183098" y="6877"/>
                    <a:pt x="198441" y="0"/>
                    <a:pt x="214551" y="0"/>
                  </a:cubicBezTo>
                  <a:close/>
                </a:path>
              </a:pathLst>
            </a:custGeom>
            <a:solidFill>
              <a:srgbClr val="FFF2EE">
                <a:alpha val="40000"/>
              </a:srgbClr>
            </a:solidFill>
          </p:spPr>
        </p:sp>
        <p:sp>
          <p:nvSpPr>
            <p:cNvPr id="13" name="TextBox 13"/>
            <p:cNvSpPr txBox="1"/>
            <p:nvPr/>
          </p:nvSpPr>
          <p:spPr>
            <a:xfrm>
              <a:off x="101600" y="-38100"/>
              <a:ext cx="3098209" cy="26605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14" name="Freeform 14"/>
          <p:cNvSpPr/>
          <p:nvPr/>
        </p:nvSpPr>
        <p:spPr>
          <a:xfrm>
            <a:off x="10571659" y="9558589"/>
            <a:ext cx="1211283" cy="662902"/>
          </a:xfrm>
          <a:custGeom>
            <a:avLst/>
            <a:gdLst/>
            <a:ahLst/>
            <a:cxnLst/>
            <a:rect l="l" t="t" r="r" b="b"/>
            <a:pathLst>
              <a:path w="1211283" h="662902">
                <a:moveTo>
                  <a:pt x="0" y="0"/>
                </a:moveTo>
                <a:lnTo>
                  <a:pt x="1211283" y="0"/>
                </a:lnTo>
                <a:lnTo>
                  <a:pt x="1211283" y="662902"/>
                </a:lnTo>
                <a:lnTo>
                  <a:pt x="0" y="66290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0000"/>
              <a:extLst>
                <a:ext uri="{96DAC541-7B7A-43D3-8B79-37D633B846F1}">
                  <asvg:svgBlip xmlns:asvg="http://schemas.microsoft.com/office/drawing/2016/SVG/main" xmlns="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15" name="Freeform 15"/>
          <p:cNvSpPr/>
          <p:nvPr/>
        </p:nvSpPr>
        <p:spPr>
          <a:xfrm>
            <a:off x="10231217" y="69253"/>
            <a:ext cx="1211283" cy="662902"/>
          </a:xfrm>
          <a:custGeom>
            <a:avLst/>
            <a:gdLst/>
            <a:ahLst/>
            <a:cxnLst/>
            <a:rect l="l" t="t" r="r" b="b"/>
            <a:pathLst>
              <a:path w="1211283" h="662902">
                <a:moveTo>
                  <a:pt x="0" y="0"/>
                </a:moveTo>
                <a:lnTo>
                  <a:pt x="1211283" y="0"/>
                </a:lnTo>
                <a:lnTo>
                  <a:pt x="1211283" y="662902"/>
                </a:lnTo>
                <a:lnTo>
                  <a:pt x="0" y="66290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0000"/>
              <a:extLst>
                <a:ext uri="{96DAC541-7B7A-43D3-8B79-37D633B846F1}">
                  <asvg:svgBlip xmlns:asvg="http://schemas.microsoft.com/office/drawing/2016/SVG/main" xmlns="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16" name="Freeform 16"/>
          <p:cNvSpPr/>
          <p:nvPr/>
        </p:nvSpPr>
        <p:spPr>
          <a:xfrm>
            <a:off x="14864039" y="8544940"/>
            <a:ext cx="3182893" cy="1267524"/>
          </a:xfrm>
          <a:custGeom>
            <a:avLst/>
            <a:gdLst/>
            <a:ahLst/>
            <a:cxnLst/>
            <a:rect l="l" t="t" r="r" b="b"/>
            <a:pathLst>
              <a:path w="3182893" h="1267524">
                <a:moveTo>
                  <a:pt x="0" y="0"/>
                </a:moveTo>
                <a:lnTo>
                  <a:pt x="3182893" y="0"/>
                </a:lnTo>
                <a:lnTo>
                  <a:pt x="3182893" y="1267524"/>
                </a:lnTo>
                <a:lnTo>
                  <a:pt x="0" y="1267524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grpSp>
        <p:nvGrpSpPr>
          <p:cNvPr id="17" name="Group 17"/>
          <p:cNvGrpSpPr/>
          <p:nvPr/>
        </p:nvGrpSpPr>
        <p:grpSpPr>
          <a:xfrm>
            <a:off x="18034120" y="-972162"/>
            <a:ext cx="655389" cy="5343674"/>
            <a:chOff x="0" y="0"/>
            <a:chExt cx="172613" cy="1407387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172613" cy="1407387"/>
            </a:xfrm>
            <a:custGeom>
              <a:avLst/>
              <a:gdLst/>
              <a:ahLst/>
              <a:cxnLst/>
              <a:rect l="l" t="t" r="r" b="b"/>
              <a:pathLst>
                <a:path w="172613" h="1407387">
                  <a:moveTo>
                    <a:pt x="86306" y="0"/>
                  </a:moveTo>
                  <a:lnTo>
                    <a:pt x="86306" y="0"/>
                  </a:lnTo>
                  <a:cubicBezTo>
                    <a:pt x="133972" y="0"/>
                    <a:pt x="172613" y="38641"/>
                    <a:pt x="172613" y="86306"/>
                  </a:cubicBezTo>
                  <a:lnTo>
                    <a:pt x="172613" y="1321081"/>
                  </a:lnTo>
                  <a:cubicBezTo>
                    <a:pt x="172613" y="1368747"/>
                    <a:pt x="133972" y="1407387"/>
                    <a:pt x="86306" y="1407387"/>
                  </a:cubicBezTo>
                  <a:lnTo>
                    <a:pt x="86306" y="1407387"/>
                  </a:lnTo>
                  <a:cubicBezTo>
                    <a:pt x="38641" y="1407387"/>
                    <a:pt x="0" y="1368747"/>
                    <a:pt x="0" y="1321081"/>
                  </a:cubicBezTo>
                  <a:lnTo>
                    <a:pt x="0" y="86306"/>
                  </a:lnTo>
                  <a:cubicBezTo>
                    <a:pt x="0" y="38641"/>
                    <a:pt x="38641" y="0"/>
                    <a:pt x="86306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731919">
                    <a:alpha val="10000"/>
                  </a:srgbClr>
                </a:gs>
                <a:gs pos="100000">
                  <a:srgbClr val="E52B2B">
                    <a:alpha val="10000"/>
                  </a:srgbClr>
                </a:gs>
              </a:gsLst>
              <a:lin ang="5400000"/>
            </a:gradFill>
          </p:spPr>
        </p:sp>
        <p:sp>
          <p:nvSpPr>
            <p:cNvPr id="19" name="TextBox 19"/>
            <p:cNvSpPr txBox="1"/>
            <p:nvPr/>
          </p:nvSpPr>
          <p:spPr>
            <a:xfrm>
              <a:off x="0" y="-38100"/>
              <a:ext cx="172613" cy="144548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20" name="Group 20"/>
          <p:cNvGrpSpPr/>
          <p:nvPr/>
        </p:nvGrpSpPr>
        <p:grpSpPr>
          <a:xfrm>
            <a:off x="-431685" y="5929610"/>
            <a:ext cx="655389" cy="5343674"/>
            <a:chOff x="0" y="0"/>
            <a:chExt cx="172613" cy="1407387"/>
          </a:xfrm>
        </p:grpSpPr>
        <p:sp>
          <p:nvSpPr>
            <p:cNvPr id="21" name="Freeform 21"/>
            <p:cNvSpPr/>
            <p:nvPr/>
          </p:nvSpPr>
          <p:spPr>
            <a:xfrm>
              <a:off x="0" y="0"/>
              <a:ext cx="172613" cy="1407387"/>
            </a:xfrm>
            <a:custGeom>
              <a:avLst/>
              <a:gdLst/>
              <a:ahLst/>
              <a:cxnLst/>
              <a:rect l="l" t="t" r="r" b="b"/>
              <a:pathLst>
                <a:path w="172613" h="1407387">
                  <a:moveTo>
                    <a:pt x="86306" y="0"/>
                  </a:moveTo>
                  <a:lnTo>
                    <a:pt x="86306" y="0"/>
                  </a:lnTo>
                  <a:cubicBezTo>
                    <a:pt x="133972" y="0"/>
                    <a:pt x="172613" y="38641"/>
                    <a:pt x="172613" y="86306"/>
                  </a:cubicBezTo>
                  <a:lnTo>
                    <a:pt x="172613" y="1321081"/>
                  </a:lnTo>
                  <a:cubicBezTo>
                    <a:pt x="172613" y="1368747"/>
                    <a:pt x="133972" y="1407387"/>
                    <a:pt x="86306" y="1407387"/>
                  </a:cubicBezTo>
                  <a:lnTo>
                    <a:pt x="86306" y="1407387"/>
                  </a:lnTo>
                  <a:cubicBezTo>
                    <a:pt x="38641" y="1407387"/>
                    <a:pt x="0" y="1368747"/>
                    <a:pt x="0" y="1321081"/>
                  </a:cubicBezTo>
                  <a:lnTo>
                    <a:pt x="0" y="86306"/>
                  </a:lnTo>
                  <a:cubicBezTo>
                    <a:pt x="0" y="38641"/>
                    <a:pt x="38641" y="0"/>
                    <a:pt x="86306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731919">
                    <a:alpha val="10000"/>
                  </a:srgbClr>
                </a:gs>
                <a:gs pos="100000">
                  <a:srgbClr val="E52B2B">
                    <a:alpha val="10000"/>
                  </a:srgbClr>
                </a:gs>
              </a:gsLst>
              <a:lin ang="5400000"/>
            </a:gradFill>
          </p:spPr>
        </p:sp>
        <p:sp>
          <p:nvSpPr>
            <p:cNvPr id="22" name="TextBox 22"/>
            <p:cNvSpPr txBox="1"/>
            <p:nvPr/>
          </p:nvSpPr>
          <p:spPr>
            <a:xfrm>
              <a:off x="0" y="-38100"/>
              <a:ext cx="172613" cy="144548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23" name="Group 23"/>
          <p:cNvGrpSpPr/>
          <p:nvPr/>
        </p:nvGrpSpPr>
        <p:grpSpPr>
          <a:xfrm rot="5400000">
            <a:off x="12024809" y="4117216"/>
            <a:ext cx="655389" cy="12514518"/>
            <a:chOff x="0" y="0"/>
            <a:chExt cx="172613" cy="3296005"/>
          </a:xfrm>
        </p:grpSpPr>
        <p:sp>
          <p:nvSpPr>
            <p:cNvPr id="24" name="Freeform 24"/>
            <p:cNvSpPr/>
            <p:nvPr/>
          </p:nvSpPr>
          <p:spPr>
            <a:xfrm>
              <a:off x="0" y="0"/>
              <a:ext cx="172613" cy="3296005"/>
            </a:xfrm>
            <a:custGeom>
              <a:avLst/>
              <a:gdLst/>
              <a:ahLst/>
              <a:cxnLst/>
              <a:rect l="l" t="t" r="r" b="b"/>
              <a:pathLst>
                <a:path w="172613" h="3296005">
                  <a:moveTo>
                    <a:pt x="86306" y="0"/>
                  </a:moveTo>
                  <a:lnTo>
                    <a:pt x="86306" y="0"/>
                  </a:lnTo>
                  <a:cubicBezTo>
                    <a:pt x="133972" y="0"/>
                    <a:pt x="172613" y="38641"/>
                    <a:pt x="172613" y="86306"/>
                  </a:cubicBezTo>
                  <a:lnTo>
                    <a:pt x="172613" y="3209699"/>
                  </a:lnTo>
                  <a:cubicBezTo>
                    <a:pt x="172613" y="3257364"/>
                    <a:pt x="133972" y="3296005"/>
                    <a:pt x="86306" y="3296005"/>
                  </a:cubicBezTo>
                  <a:lnTo>
                    <a:pt x="86306" y="3296005"/>
                  </a:lnTo>
                  <a:cubicBezTo>
                    <a:pt x="38641" y="3296005"/>
                    <a:pt x="0" y="3257364"/>
                    <a:pt x="0" y="3209699"/>
                  </a:cubicBezTo>
                  <a:lnTo>
                    <a:pt x="0" y="86306"/>
                  </a:lnTo>
                  <a:cubicBezTo>
                    <a:pt x="0" y="38641"/>
                    <a:pt x="38641" y="0"/>
                    <a:pt x="86306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731919">
                    <a:alpha val="75000"/>
                  </a:srgbClr>
                </a:gs>
                <a:gs pos="100000">
                  <a:srgbClr val="E52B2B">
                    <a:alpha val="75000"/>
                  </a:srgbClr>
                </a:gs>
              </a:gsLst>
              <a:lin ang="5400000"/>
            </a:gradFill>
          </p:spPr>
        </p:sp>
        <p:sp>
          <p:nvSpPr>
            <p:cNvPr id="25" name="TextBox 25"/>
            <p:cNvSpPr txBox="1"/>
            <p:nvPr/>
          </p:nvSpPr>
          <p:spPr>
            <a:xfrm>
              <a:off x="0" y="-38100"/>
              <a:ext cx="172613" cy="333410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26" name="Group 26"/>
          <p:cNvGrpSpPr/>
          <p:nvPr/>
        </p:nvGrpSpPr>
        <p:grpSpPr>
          <a:xfrm rot="5400000">
            <a:off x="5372239" y="-6166024"/>
            <a:ext cx="590848" cy="12198698"/>
            <a:chOff x="0" y="0"/>
            <a:chExt cx="155614" cy="3212826"/>
          </a:xfrm>
        </p:grpSpPr>
        <p:sp>
          <p:nvSpPr>
            <p:cNvPr id="27" name="Freeform 27"/>
            <p:cNvSpPr/>
            <p:nvPr/>
          </p:nvSpPr>
          <p:spPr>
            <a:xfrm>
              <a:off x="0" y="0"/>
              <a:ext cx="155614" cy="3212826"/>
            </a:xfrm>
            <a:custGeom>
              <a:avLst/>
              <a:gdLst/>
              <a:ahLst/>
              <a:cxnLst/>
              <a:rect l="l" t="t" r="r" b="b"/>
              <a:pathLst>
                <a:path w="155614" h="3212826">
                  <a:moveTo>
                    <a:pt x="77807" y="0"/>
                  </a:moveTo>
                  <a:lnTo>
                    <a:pt x="77807" y="0"/>
                  </a:lnTo>
                  <a:cubicBezTo>
                    <a:pt x="98443" y="0"/>
                    <a:pt x="118234" y="8198"/>
                    <a:pt x="132825" y="22789"/>
                  </a:cubicBezTo>
                  <a:cubicBezTo>
                    <a:pt x="147417" y="37381"/>
                    <a:pt x="155614" y="57171"/>
                    <a:pt x="155614" y="77807"/>
                  </a:cubicBezTo>
                  <a:lnTo>
                    <a:pt x="155614" y="3135019"/>
                  </a:lnTo>
                  <a:cubicBezTo>
                    <a:pt x="155614" y="3155654"/>
                    <a:pt x="147417" y="3175445"/>
                    <a:pt x="132825" y="3190037"/>
                  </a:cubicBezTo>
                  <a:cubicBezTo>
                    <a:pt x="118234" y="3204628"/>
                    <a:pt x="98443" y="3212826"/>
                    <a:pt x="77807" y="3212826"/>
                  </a:cubicBezTo>
                  <a:lnTo>
                    <a:pt x="77807" y="3212826"/>
                  </a:lnTo>
                  <a:cubicBezTo>
                    <a:pt x="57171" y="3212826"/>
                    <a:pt x="37381" y="3204628"/>
                    <a:pt x="22789" y="3190037"/>
                  </a:cubicBezTo>
                  <a:cubicBezTo>
                    <a:pt x="8198" y="3175445"/>
                    <a:pt x="0" y="3155654"/>
                    <a:pt x="0" y="3135019"/>
                  </a:cubicBezTo>
                  <a:lnTo>
                    <a:pt x="0" y="77807"/>
                  </a:lnTo>
                  <a:cubicBezTo>
                    <a:pt x="0" y="57171"/>
                    <a:pt x="8198" y="37381"/>
                    <a:pt x="22789" y="22789"/>
                  </a:cubicBezTo>
                  <a:cubicBezTo>
                    <a:pt x="37381" y="8198"/>
                    <a:pt x="57171" y="0"/>
                    <a:pt x="77807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731919">
                    <a:alpha val="75000"/>
                  </a:srgbClr>
                </a:gs>
                <a:gs pos="100000">
                  <a:srgbClr val="E52B2B">
                    <a:alpha val="75000"/>
                  </a:srgbClr>
                </a:gs>
              </a:gsLst>
              <a:lin ang="5400000"/>
            </a:gradFill>
          </p:spPr>
        </p:sp>
        <p:sp>
          <p:nvSpPr>
            <p:cNvPr id="28" name="TextBox 28"/>
            <p:cNvSpPr txBox="1"/>
            <p:nvPr/>
          </p:nvSpPr>
          <p:spPr>
            <a:xfrm>
              <a:off x="0" y="-38100"/>
              <a:ext cx="155614" cy="325092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29" name="TextBox 29"/>
          <p:cNvSpPr txBox="1"/>
          <p:nvPr/>
        </p:nvSpPr>
        <p:spPr>
          <a:xfrm>
            <a:off x="6363451" y="3945870"/>
            <a:ext cx="7184394" cy="198373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4560"/>
              </a:lnSpc>
              <a:spcBef>
                <a:spcPct val="0"/>
              </a:spcBef>
            </a:pPr>
            <a:r>
              <a:rPr lang="en-US" sz="10400" b="1">
                <a:solidFill>
                  <a:srgbClr val="000000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Thank You</a:t>
            </a:r>
            <a:r>
              <a:rPr lang="en-US" sz="10400" b="1">
                <a:solidFill>
                  <a:srgbClr val="CC0000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!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1066086" y="8459215"/>
            <a:ext cx="1664137" cy="4203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079"/>
              </a:lnSpc>
              <a:spcBef>
                <a:spcPct val="0"/>
              </a:spcBef>
            </a:pPr>
            <a:r>
              <a:rPr lang="en-US" sz="2199" b="1" u="sng">
                <a:solidFill>
                  <a:srgbClr val="000000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With Regards 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1028700" y="8965310"/>
            <a:ext cx="3148608" cy="4203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079"/>
              </a:lnSpc>
              <a:spcBef>
                <a:spcPct val="0"/>
              </a:spcBef>
            </a:pPr>
            <a:r>
              <a:rPr lang="en-US" sz="2199" b="1">
                <a:solidFill>
                  <a:srgbClr val="000000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Adinn Outdoor Advertising</a:t>
            </a:r>
          </a:p>
        </p:txBody>
      </p:sp>
      <p:sp>
        <p:nvSpPr>
          <p:cNvPr id="32" name="TextBox 32"/>
          <p:cNvSpPr txBox="1"/>
          <p:nvPr/>
        </p:nvSpPr>
        <p:spPr>
          <a:xfrm>
            <a:off x="539775" y="845094"/>
            <a:ext cx="6321867" cy="189357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779"/>
              </a:lnSpc>
            </a:pPr>
            <a:r>
              <a:rPr lang="en-US" sz="2699">
                <a:solidFill>
                  <a:srgbClr val="000000"/>
                </a:solidFill>
                <a:latin typeface="Didot LP"/>
                <a:ea typeface="Didot LP"/>
                <a:cs typeface="Didot LP"/>
                <a:sym typeface="Didot LP"/>
              </a:rPr>
              <a:t>Our team is dedicated to providing the best</a:t>
            </a:r>
          </a:p>
          <a:p>
            <a:pPr algn="l">
              <a:lnSpc>
                <a:spcPts val="3779"/>
              </a:lnSpc>
            </a:pPr>
            <a:r>
              <a:rPr lang="en-US" sz="2699">
                <a:solidFill>
                  <a:srgbClr val="000000"/>
                </a:solidFill>
                <a:latin typeface="Didot LP"/>
                <a:ea typeface="Didot LP"/>
                <a:cs typeface="Didot LP"/>
                <a:sym typeface="Didot LP"/>
              </a:rPr>
              <a:t>A swift response will help us ensure timely campaign execution.</a:t>
            </a:r>
          </a:p>
          <a:p>
            <a:pPr algn="l">
              <a:lnSpc>
                <a:spcPts val="3779"/>
              </a:lnSpc>
              <a:spcBef>
                <a:spcPct val="0"/>
              </a:spcBef>
            </a:pPr>
            <a:r>
              <a:rPr lang="en-US" sz="2699">
                <a:solidFill>
                  <a:srgbClr val="000000"/>
                </a:solidFill>
                <a:latin typeface="Didot LP"/>
                <a:ea typeface="Didot LP"/>
                <a:cs typeface="Didot LP"/>
                <a:sym typeface="Didot LP"/>
              </a:rPr>
              <a:t>Awaiting Your Approval...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53</Words>
  <Application>Microsoft Office PowerPoint</Application>
  <PresentationFormat>Custom</PresentationFormat>
  <Paragraphs>8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10" baseType="lpstr">
      <vt:lpstr>Arial</vt:lpstr>
      <vt:lpstr>Calibri</vt:lpstr>
      <vt:lpstr>Times New Roman MT Bold</vt:lpstr>
      <vt:lpstr>Didot LP</vt:lpstr>
      <vt:lpstr>Office Theme</vt:lpstr>
      <vt:lpstr>Slide 1</vt:lpstr>
      <vt:lpstr>Slide 2</vt:lpstr>
      <vt:lpstr>Slide 3</vt:lpstr>
      <vt:lpstr>Slide 4</vt:lpstr>
      <vt:lpstr>Slide 5</vt:lpstr>
    </vt:vector>
  </TitlesOfParts>
  <Company/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Casagrand laurels</dc:title>
  <cp:lastModifiedBy>User</cp:lastModifiedBy>
  <cp:revision>2</cp:revision>
  <dcterms:created xsi:type="dcterms:W3CDTF">2006-08-16T00:00:00Z</dcterms:created>
  <dcterms:modified xsi:type="dcterms:W3CDTF">2026-09-19T08:07:11Z</dcterms:modified>
  <dc:identifier>DAHO-1i-yjo</dc:identifier>
</cp:coreProperties>
</file>