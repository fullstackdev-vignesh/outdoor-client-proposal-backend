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699" r:id="rId2"/>
    <p:sldId id="788" r:id="rId3"/>
    <p:sldId id="789" r:id="rId4"/>
    <p:sldId id="786" r:id="rId5"/>
    <p:sldId id="790" r:id="rId6"/>
    <p:sldId id="787" r:id="rId7"/>
  </p:sldIdLst>
  <p:sldSz cx="9144000" cy="6858000" type="screen4x3"/>
  <p:notesSz cx="6858000" cy="9144000"/>
  <p:defaultTextStyle>
    <a:defPPr defTabSz="914400">
      <a:defRPr lang="en-US" dirty="0"/>
    </a:defPPr>
    <a:lvl1pPr marL="0" indent="0" algn="l" defTabSz="914400" rtl="0" fontAlgn="base">
      <a:lnSpc>
        <a:spcPct val="100000"/>
      </a:lnSpc>
      <a:spcBef>
        <a:spcPct val="0"/>
      </a:spcBef>
      <a:spcAft>
        <a:spcPct val="0"/>
      </a:spcAft>
      <a:buNone/>
      <a:defRPr b="0" i="0" u="none" kern="1200" dirty="0">
        <a:solidFill>
          <a:schemeClr val="tx1"/>
        </a:solidFill>
        <a:latin typeface="Arial"/>
        <a:ea typeface="SimSun"/>
        <a:cs typeface="+mn-cs"/>
      </a:defRPr>
    </a:lvl1pPr>
    <a:lvl2pPr marL="457200" lvl="1" indent="0" algn="l" defTabSz="914400" rtl="0" fontAlgn="base">
      <a:lnSpc>
        <a:spcPct val="100000"/>
      </a:lnSpc>
      <a:spcBef>
        <a:spcPct val="0"/>
      </a:spcBef>
      <a:spcAft>
        <a:spcPct val="0"/>
      </a:spcAft>
      <a:buNone/>
      <a:defRPr b="0" i="0" u="none" kern="1200" dirty="0">
        <a:solidFill>
          <a:schemeClr val="tx1"/>
        </a:solidFill>
        <a:latin typeface="Arial"/>
        <a:ea typeface="SimSun"/>
        <a:cs typeface="+mn-cs"/>
      </a:defRPr>
    </a:lvl2pPr>
    <a:lvl3pPr marL="914400" lvl="2" indent="0" algn="l" defTabSz="914400" rtl="0" fontAlgn="base">
      <a:lnSpc>
        <a:spcPct val="100000"/>
      </a:lnSpc>
      <a:spcBef>
        <a:spcPct val="0"/>
      </a:spcBef>
      <a:spcAft>
        <a:spcPct val="0"/>
      </a:spcAft>
      <a:buNone/>
      <a:defRPr b="0" i="0" u="none" kern="1200" dirty="0">
        <a:solidFill>
          <a:schemeClr val="tx1"/>
        </a:solidFill>
        <a:latin typeface="Arial"/>
        <a:ea typeface="SimSun"/>
        <a:cs typeface="+mn-cs"/>
      </a:defRPr>
    </a:lvl3pPr>
    <a:lvl4pPr marL="1371600" lvl="3" indent="0" algn="l" defTabSz="914400" rtl="0" fontAlgn="base">
      <a:lnSpc>
        <a:spcPct val="100000"/>
      </a:lnSpc>
      <a:spcBef>
        <a:spcPct val="0"/>
      </a:spcBef>
      <a:spcAft>
        <a:spcPct val="0"/>
      </a:spcAft>
      <a:buNone/>
      <a:defRPr b="0" i="0" u="none" kern="1200" dirty="0">
        <a:solidFill>
          <a:schemeClr val="tx1"/>
        </a:solidFill>
        <a:latin typeface="Arial"/>
        <a:ea typeface="SimSun"/>
        <a:cs typeface="+mn-cs"/>
      </a:defRPr>
    </a:lvl4pPr>
    <a:lvl5pPr marL="1828800" lvl="4" indent="0" algn="l" defTabSz="914400" rtl="0" fontAlgn="base">
      <a:lnSpc>
        <a:spcPct val="100000"/>
      </a:lnSpc>
      <a:spcBef>
        <a:spcPct val="0"/>
      </a:spcBef>
      <a:spcAft>
        <a:spcPct val="0"/>
      </a:spcAft>
      <a:buNone/>
      <a:defRPr b="0" i="0" u="none" kern="1200" dirty="0">
        <a:solidFill>
          <a:schemeClr val="tx1"/>
        </a:solidFill>
        <a:latin typeface="Arial"/>
        <a:ea typeface="SimSun"/>
        <a:cs typeface="+mn-cs"/>
      </a:defRPr>
    </a:lvl5pPr>
    <a:lvl6pPr marL="2286000" lvl="5" indent="0" algn="l" defTabSz="914400" rtl="0" fontAlgn="base">
      <a:lnSpc>
        <a:spcPct val="100000"/>
      </a:lnSpc>
      <a:spcBef>
        <a:spcPct val="0"/>
      </a:spcBef>
      <a:spcAft>
        <a:spcPct val="0"/>
      </a:spcAft>
      <a:buNone/>
      <a:defRPr b="0" i="0" u="none" kern="1200" dirty="0">
        <a:solidFill>
          <a:schemeClr val="tx1"/>
        </a:solidFill>
        <a:latin typeface="Arial"/>
        <a:ea typeface="SimSun"/>
        <a:cs typeface="+mn-cs"/>
      </a:defRPr>
    </a:lvl6pPr>
    <a:lvl7pPr marL="2743200" lvl="6" indent="0" algn="l" defTabSz="914400" rtl="0" fontAlgn="base">
      <a:lnSpc>
        <a:spcPct val="100000"/>
      </a:lnSpc>
      <a:spcBef>
        <a:spcPct val="0"/>
      </a:spcBef>
      <a:spcAft>
        <a:spcPct val="0"/>
      </a:spcAft>
      <a:buNone/>
      <a:defRPr b="0" i="0" u="none" kern="1200" dirty="0">
        <a:solidFill>
          <a:schemeClr val="tx1"/>
        </a:solidFill>
        <a:latin typeface="Arial"/>
        <a:ea typeface="SimSun"/>
        <a:cs typeface="+mn-cs"/>
      </a:defRPr>
    </a:lvl7pPr>
    <a:lvl8pPr marL="3200400" lvl="7" indent="0" algn="l" defTabSz="914400" rtl="0" fontAlgn="base">
      <a:lnSpc>
        <a:spcPct val="100000"/>
      </a:lnSpc>
      <a:spcBef>
        <a:spcPct val="0"/>
      </a:spcBef>
      <a:spcAft>
        <a:spcPct val="0"/>
      </a:spcAft>
      <a:buNone/>
      <a:defRPr b="0" i="0" u="none" kern="1200" dirty="0">
        <a:solidFill>
          <a:schemeClr val="tx1"/>
        </a:solidFill>
        <a:latin typeface="Arial"/>
        <a:ea typeface="SimSun"/>
        <a:cs typeface="+mn-cs"/>
      </a:defRPr>
    </a:lvl8pPr>
    <a:lvl9pPr marL="3657600" lvl="8" indent="0" algn="l" defTabSz="914400" rtl="0" fontAlgn="base">
      <a:lnSpc>
        <a:spcPct val="100000"/>
      </a:lnSpc>
      <a:spcBef>
        <a:spcPct val="0"/>
      </a:spcBef>
      <a:spcAft>
        <a:spcPct val="0"/>
      </a:spcAft>
      <a:buNone/>
      <a:defRPr b="0" i="0" u="none" kern="1200" dirty="0">
        <a:solidFill>
          <a:schemeClr val="tx1"/>
        </a:solidFill>
        <a:latin typeface="Arial"/>
        <a:ea typeface="SimSun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howGuides="1">
      <p:cViewPr varScale="1">
        <p:scale>
          <a:sx n="83" d="100"/>
          <a:sy n="83" d="100"/>
        </p:scale>
        <p:origin x="-1454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3B3AA-EC14-4F00-A8DD-CF5B21942F12}" type="datetimeFigureOut">
              <a:rPr lang="en-IN" smtClean="0"/>
              <a:pPr/>
              <a:t>01-09-2026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7F10D5-071F-4050-8E0A-A87DBC3D437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69507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2294751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6</a:t>
            </a:fld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722313" y="4406900"/>
            <a:ext cx="7772400" cy="1362075"/>
          </a:xfrm>
          <a:ln>
            <a:headEnd type="none"/>
            <a:tailEnd type="none"/>
          </a:ln>
        </p:spPr>
        <p:txBody>
          <a:bodyPr wrap="square" anchor="t"/>
          <a:lstStyle>
            <a:lvl1pPr algn="l">
              <a:defRPr sz="4000" b="1" cap="all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722313" y="2906713"/>
            <a:ext cx="7772400" cy="1500187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000" dirty="0"/>
            </a:lvl1pPr>
            <a:lvl2pPr marL="457200" indent="0">
              <a:buNone/>
              <a:defRPr sz="1800" dirty="0"/>
            </a:lvl2pPr>
            <a:lvl3pPr marL="914400" indent="0">
              <a:buNone/>
              <a:defRPr sz="1600" dirty="0"/>
            </a:lvl3pPr>
            <a:lvl4pPr marL="1371600" indent="0">
              <a:buNone/>
              <a:defRPr sz="1400" dirty="0"/>
            </a:lvl4pPr>
            <a:lvl5pPr marL="1828800" indent="0">
              <a:buNone/>
              <a:defRPr sz="1400" dirty="0"/>
            </a:lvl5pPr>
            <a:lvl6pPr marL="2286000" indent="0">
              <a:buNone/>
              <a:defRPr sz="1400" dirty="0"/>
            </a:lvl6pPr>
            <a:lvl7pPr marL="2743200" indent="0">
              <a:buNone/>
              <a:defRPr sz="1400" dirty="0"/>
            </a:lvl7pPr>
            <a:lvl8pPr marL="3200400" indent="0">
              <a:buNone/>
              <a:defRPr sz="1400" dirty="0"/>
            </a:lvl8pPr>
            <a:lvl9pPr marL="3657600" indent="0">
              <a:buNone/>
              <a:defRPr sz="14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19685E47-C80D-4B57-A105-6CBDACD06AC8}" type="datetimeFigureOut">
              <a:rPr lang="en-US" sz="1800" b="0" i="0" u="none" kern="1200" spc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9/1/2026</a:t>
            </a:fld>
            <a:endParaRPr lang="en-US" sz="1800" b="0" i="0" u="none" kern="1200" spc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en-US" altLang="en-US" dirty="0"/>
              <a:pPr defTabSz="9144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‹#›</a:t>
            </a:fld>
            <a:endParaRPr lang="en-US" altLang="en-US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457200" y="1600200"/>
            <a:ext cx="4037013" cy="4522788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2800" dirty="0"/>
            </a:lvl1pPr>
            <a:lvl2pPr>
              <a:defRPr sz="2400" dirty="0"/>
            </a:lvl2pPr>
            <a:lvl3pPr>
              <a:defRPr sz="2000" dirty="0"/>
            </a:lvl3pPr>
            <a:lvl4pPr>
              <a:defRPr sz="1800" dirty="0"/>
            </a:lvl4pPr>
            <a:lvl5pPr>
              <a:defRPr sz="1800" dirty="0"/>
            </a:lvl5pPr>
            <a:lvl6pPr>
              <a:defRPr sz="1800" dirty="0"/>
            </a:lvl6pPr>
            <a:lvl7pPr>
              <a:defRPr sz="1800" dirty="0"/>
            </a:lvl7pPr>
            <a:lvl8pPr>
              <a:defRPr sz="1800" dirty="0"/>
            </a:lvl8pPr>
            <a:lvl9pPr>
              <a:defRPr sz="1800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4646613" y="1600200"/>
            <a:ext cx="4037012" cy="4522788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2800" dirty="0"/>
            </a:lvl1pPr>
            <a:lvl2pPr>
              <a:defRPr sz="2400" dirty="0"/>
            </a:lvl2pPr>
            <a:lvl3pPr>
              <a:defRPr sz="2000" dirty="0"/>
            </a:lvl3pPr>
            <a:lvl4pPr>
              <a:defRPr sz="1800" dirty="0"/>
            </a:lvl4pPr>
            <a:lvl5pPr>
              <a:defRPr sz="1800" dirty="0"/>
            </a:lvl5pPr>
            <a:lvl6pPr>
              <a:defRPr sz="1800" dirty="0"/>
            </a:lvl6pPr>
            <a:lvl7pPr>
              <a:defRPr sz="1800" dirty="0"/>
            </a:lvl7pPr>
            <a:lvl8pPr>
              <a:defRPr sz="1800" dirty="0"/>
            </a:lvl8pPr>
            <a:lvl9pPr>
              <a:defRPr sz="1800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19685E47-C80D-4B57-A105-6CBDACD06AC8}" type="datetimeFigureOut">
              <a:rPr lang="en-US" sz="1800" b="0" i="0" u="none" kern="1200" spc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9/1/2026</a:t>
            </a:fld>
            <a:endParaRPr lang="en-US" sz="1800" b="0" i="0" u="none" kern="1200" spc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en-US" altLang="en-US" dirty="0"/>
              <a:pPr defTabSz="9144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‹#›</a:t>
            </a:fld>
            <a:endParaRPr lang="en-US" altLang="en-US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457200" y="274638"/>
            <a:ext cx="8229600" cy="1143000"/>
          </a:xfrm>
          <a:ln>
            <a:headEnd type="none"/>
            <a:tailEnd type="none"/>
          </a:ln>
        </p:spPr>
        <p:txBody>
          <a:bodyPr wrap="square"/>
          <a:lstStyle>
            <a:lvl1pPr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457200" y="1535113"/>
            <a:ext cx="4040188" cy="63976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457200" y="2174875"/>
            <a:ext cx="4040188" cy="3951288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2400" dirty="0"/>
            </a:lvl1pPr>
            <a:lvl2pPr>
              <a:defRPr sz="2000" dirty="0"/>
            </a:lvl2pPr>
            <a:lvl3pPr>
              <a:defRPr sz="1800" dirty="0"/>
            </a:lvl3pPr>
            <a:lvl4pPr>
              <a:defRPr sz="1600" dirty="0"/>
            </a:lvl4pPr>
            <a:lvl5pPr>
              <a:defRPr sz="1600" dirty="0"/>
            </a:lvl5pPr>
            <a:lvl6pPr>
              <a:defRPr sz="1600" dirty="0"/>
            </a:lvl6pPr>
            <a:lvl7pPr>
              <a:defRPr sz="1600" dirty="0"/>
            </a:lvl7pPr>
            <a:lvl8pPr>
              <a:defRPr sz="1600" dirty="0"/>
            </a:lvl8pPr>
            <a:lvl9pPr>
              <a:defRPr sz="1600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4645025" y="1535113"/>
            <a:ext cx="4041775" cy="63976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4645025" y="2174875"/>
            <a:ext cx="4041775" cy="3951288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2400" dirty="0"/>
            </a:lvl1pPr>
            <a:lvl2pPr>
              <a:defRPr sz="2000" dirty="0"/>
            </a:lvl2pPr>
            <a:lvl3pPr>
              <a:defRPr sz="1800" dirty="0"/>
            </a:lvl3pPr>
            <a:lvl4pPr>
              <a:defRPr sz="1600" dirty="0"/>
            </a:lvl4pPr>
            <a:lvl5pPr>
              <a:defRPr sz="1600" dirty="0"/>
            </a:lvl5pPr>
            <a:lvl6pPr>
              <a:defRPr sz="1600" dirty="0"/>
            </a:lvl6pPr>
            <a:lvl7pPr>
              <a:defRPr sz="1600" dirty="0"/>
            </a:lvl7pPr>
            <a:lvl8pPr>
              <a:defRPr sz="1600" dirty="0"/>
            </a:lvl8pPr>
            <a:lvl9pPr>
              <a:defRPr sz="1600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19685E47-C80D-4B57-A105-6CBDACD06AC8}" type="datetimeFigureOut">
              <a:rPr lang="en-US" sz="1800" b="0" i="0" u="none" kern="1200" spc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9/1/2026</a:t>
            </a:fld>
            <a:endParaRPr lang="en-US" sz="1800" b="0" i="0" u="none" kern="1200" spc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en-US" altLang="en-US" dirty="0"/>
              <a:pPr defTabSz="9144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‹#›</a:t>
            </a:fld>
            <a:endParaRPr lang="en-US" altLang="en-US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457200" y="273050"/>
            <a:ext cx="3008313" cy="1162050"/>
          </a:xfrm>
          <a:ln>
            <a:headEnd type="none"/>
            <a:tailEnd type="none"/>
          </a:ln>
        </p:spPr>
        <p:txBody>
          <a:bodyPr wrap="square" anchor="b"/>
          <a:lstStyle>
            <a:lvl1pPr algn="l">
              <a:defRPr sz="2000" b="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3575050" y="273050"/>
            <a:ext cx="5111750" cy="5853113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457200" y="1435100"/>
            <a:ext cx="3008313" cy="46910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400" dirty="0"/>
            </a:lvl1pPr>
            <a:lvl2pPr marL="457200" indent="0">
              <a:buNone/>
              <a:defRPr sz="1200" dirty="0"/>
            </a:lvl2pPr>
            <a:lvl3pPr marL="914400" indent="0">
              <a:buNone/>
              <a:defRPr sz="1000" dirty="0"/>
            </a:lvl3pPr>
            <a:lvl4pPr marL="1371600" indent="0">
              <a:buNone/>
              <a:defRPr sz="900" dirty="0"/>
            </a:lvl4pPr>
            <a:lvl5pPr marL="1828800" indent="0">
              <a:buNone/>
              <a:defRPr sz="900" dirty="0"/>
            </a:lvl5pPr>
            <a:lvl6pPr marL="2286000" indent="0">
              <a:buNone/>
              <a:defRPr sz="900" dirty="0"/>
            </a:lvl6pPr>
            <a:lvl7pPr marL="2743200" indent="0">
              <a:buNone/>
              <a:defRPr sz="900" dirty="0"/>
            </a:lvl7pPr>
            <a:lvl8pPr marL="3200400" indent="0">
              <a:buNone/>
              <a:defRPr sz="900" dirty="0"/>
            </a:lvl8pPr>
            <a:lvl9pPr marL="3657600" indent="0">
              <a:buNone/>
              <a:defRPr sz="9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19685E47-C80D-4B57-A105-6CBDACD06AC8}" type="datetimeFigureOut">
              <a:rPr lang="en-US" sz="1800" b="0" i="0" u="none" kern="1200" spc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9/1/2026</a:t>
            </a:fld>
            <a:endParaRPr lang="en-US" sz="1800" b="0" i="0" u="none" kern="1200" spc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en-US" altLang="en-US" dirty="0"/>
              <a:pPr defTabSz="9144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‹#›</a:t>
            </a:fld>
            <a:endParaRPr lang="en-US" altLang="en-US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792288" y="4800600"/>
            <a:ext cx="5486400" cy="566738"/>
          </a:xfrm>
          <a:ln>
            <a:headEnd type="none"/>
            <a:tailEnd type="none"/>
          </a:ln>
        </p:spPr>
        <p:txBody>
          <a:bodyPr wrap="square" anchor="b"/>
          <a:lstStyle>
            <a:lvl1pPr algn="l">
              <a:defRPr sz="2000" b="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1792288" y="612775"/>
            <a:ext cx="5486400" cy="4114800"/>
          </a:xfrm>
          <a:ln>
            <a:headEnd type="none"/>
            <a:tailEnd type="none"/>
          </a:ln>
        </p:spPr>
        <p:txBody>
          <a:bodyPr wrap="square" lIns="90000" tIns="46800" rIns="90000" bIns="46800" numCol="1" anchor="t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pPr marL="0" indent="0" algn="l" defTabSz="457200" rtl="0" fontAlgn="base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lang="en-US" sz="3200" b="0" i="0" u="none" kern="0" spc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792288" y="5367338"/>
            <a:ext cx="5486400" cy="804862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400" dirty="0"/>
            </a:lvl1pPr>
            <a:lvl2pPr marL="457200" indent="0">
              <a:buNone/>
              <a:defRPr sz="1200" dirty="0"/>
            </a:lvl2pPr>
            <a:lvl3pPr marL="914400" indent="0">
              <a:buNone/>
              <a:defRPr sz="1000" dirty="0"/>
            </a:lvl3pPr>
            <a:lvl4pPr marL="1371600" indent="0">
              <a:buNone/>
              <a:defRPr sz="900" dirty="0"/>
            </a:lvl4pPr>
            <a:lvl5pPr marL="1828800" indent="0">
              <a:buNone/>
              <a:defRPr sz="900" dirty="0"/>
            </a:lvl5pPr>
            <a:lvl6pPr marL="2286000" indent="0">
              <a:buNone/>
              <a:defRPr sz="900" dirty="0"/>
            </a:lvl6pPr>
            <a:lvl7pPr marL="2743200" indent="0">
              <a:buNone/>
              <a:defRPr sz="900" dirty="0"/>
            </a:lvl7pPr>
            <a:lvl8pPr marL="3200400" indent="0">
              <a:buNone/>
              <a:defRPr sz="900" dirty="0"/>
            </a:lvl8pPr>
            <a:lvl9pPr marL="3657600" indent="0">
              <a:buNone/>
              <a:defRPr sz="9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19685E47-C80D-4B57-A105-6CBDACD06AC8}" type="datetimeFigureOut">
              <a:rPr lang="en-US" sz="1800" b="0" i="0" u="none" kern="1200" spc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9/1/2026</a:t>
            </a:fld>
            <a:endParaRPr lang="en-US" sz="1800" b="0" i="0" u="none" kern="1200" spc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en-US" altLang="en-US" dirty="0"/>
              <a:pPr defTabSz="9144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‹#›</a:t>
            </a:fld>
            <a:endParaRPr lang="en-US" altLang="en-US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19685E47-C80D-4B57-A105-6CBDACD06AC8}" type="datetimeFigureOut">
              <a:rPr lang="en-US" sz="1800" b="0" i="0" u="none" kern="1200" spc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9/1/2026</a:t>
            </a:fld>
            <a:endParaRPr lang="en-US" sz="1800" b="0" i="0" u="none" kern="1200" spc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en-US" altLang="en-US" dirty="0"/>
              <a:pPr defTabSz="9144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‹#›</a:t>
            </a:fld>
            <a:endParaRPr lang="en-US" altLang="en-US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6627813" y="274638"/>
            <a:ext cx="2055812" cy="5848350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457200" y="274638"/>
            <a:ext cx="6018213" cy="5848350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19685E47-C80D-4B57-A105-6CBDACD06AC8}" type="datetimeFigureOut">
              <a:rPr lang="en-US" sz="1800" b="0" i="0" u="none" kern="1200" spc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9/1/2026</a:t>
            </a:fld>
            <a:endParaRPr lang="en-US" sz="1800" b="0" i="0" u="none" kern="1200" spc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en-US" altLang="en-US" dirty="0"/>
              <a:pPr defTabSz="9144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‹#›</a:t>
            </a:fld>
            <a:endParaRPr lang="en-US" altLang="en-US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fontAlgn="base"/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fontAlgn="base"/>
            <a:endParaRPr dirty="0">
              <a:ea typeface="SimSu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xfrm>
            <a:off x="3124200" y="6356350"/>
            <a:ext cx="28956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/>
          <a:lstStyle/>
          <a:p>
            <a:pPr fontAlgn="base"/>
            <a:endParaRPr dirty="0">
              <a:ea typeface="SimSu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fontAlgn="base"/>
            <a:fld id="{9A0DB2DC-4C9A-4742-B13C-FB6460FD3503}" type="slidenum">
              <a:rPr lang="zh-CN" altLang="en-US" dirty="0">
                <a:latin typeface="Arial"/>
                <a:ea typeface="SimSun"/>
                <a:cs typeface="+mn-cs"/>
              </a:rPr>
              <a:pPr fontAlgn="base"/>
              <a:t>‹#›</a:t>
            </a:fld>
            <a:endParaRPr lang="zh-CN" altLang="en-US" dirty="0">
              <a:ea typeface="SimSu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 bwMode="white">
          <a:xfrm>
            <a:off x="636773" y="562174"/>
            <a:ext cx="7870453" cy="5733651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/>
          <a:lstStyle/>
          <a:p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 bwMode="white">
          <a:xfrm>
            <a:off x="636773" y="562174"/>
            <a:ext cx="7870453" cy="5733651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/>
          <a:lstStyle/>
          <a:p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785786" y="476269"/>
            <a:ext cx="7608094" cy="56673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0" y="6286521"/>
            <a:ext cx="9144000" cy="333375"/>
          </a:xfrm>
          <a:prstGeom prst="rect">
            <a:avLst/>
          </a:prstGeom>
        </p:spPr>
        <p:txBody>
          <a:bodyPr/>
          <a:lstStyle>
            <a:lvl1pPr algn="ctr">
              <a:defRPr sz="1300">
                <a:latin typeface="+mn-lt"/>
              </a:defRPr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 bwMode="white">
          <a:xfrm>
            <a:off x="636773" y="562174"/>
            <a:ext cx="7870453" cy="5733651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/>
          <a:lstStyle/>
          <a:p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title"/>
          </p:nvPr>
        </p:nvSpPr>
        <p:spPr bwMode="white">
          <a:xfrm>
            <a:off x="457200" y="274638"/>
            <a:ext cx="8226425" cy="1139825"/>
          </a:xfrm>
          <a:prstGeom prst="rect">
            <a:avLst/>
          </a:prstGeom>
          <a:noFill/>
          <a:ln w="9525">
            <a:noFill/>
            <a:headEnd type="none"/>
            <a:tailEnd type="none"/>
          </a:ln>
        </p:spPr>
        <p:txBody>
          <a:bodyPr wrap="square" lIns="90000" tIns="46800" rIns="90000" bIns="46800" anchor="ctr"/>
          <a:lstStyle/>
          <a:p>
            <a:r>
              <a:rPr lang="en-GB" altLang="en-US" dirty="0"/>
              <a:t>Click to edit the title text format</a:t>
            </a:r>
          </a:p>
        </p:txBody>
      </p:sp>
      <p:sp>
        <p:nvSpPr>
          <p:cNvPr id="1027" name="Rectangle 2"/>
          <p:cNvSpPr>
            <a:spLocks noGrp="1"/>
          </p:cNvSpPr>
          <p:nvPr>
            <p:ph type="body" idx="1"/>
          </p:nvPr>
        </p:nvSpPr>
        <p:spPr bwMode="white">
          <a:xfrm>
            <a:off x="457200" y="1600200"/>
            <a:ext cx="8226425" cy="4522788"/>
          </a:xfrm>
          <a:prstGeom prst="rect">
            <a:avLst/>
          </a:prstGeom>
          <a:noFill/>
          <a:ln w="9525">
            <a:noFill/>
            <a:headEnd type="none"/>
            <a:tailEnd type="none"/>
          </a:ln>
        </p:spPr>
        <p:txBody>
          <a:bodyPr wrap="square" lIns="90000" tIns="46800" rIns="90000" bIns="46800"/>
          <a:lstStyle/>
          <a:p>
            <a:r>
              <a:rPr lang="en-GB" altLang="en-US" dirty="0"/>
              <a:t>Click to edit the outline text format</a:t>
            </a:r>
          </a:p>
          <a:p>
            <a:pPr lvl="1"/>
            <a:r>
              <a:rPr lang="en-GB" altLang="en-US" dirty="0"/>
              <a:t>Second Outline Level</a:t>
            </a:r>
          </a:p>
          <a:p>
            <a:pPr lvl="2"/>
            <a:r>
              <a:rPr lang="en-GB" altLang="en-US" dirty="0"/>
              <a:t>Third Outline Level</a:t>
            </a:r>
          </a:p>
          <a:p>
            <a:pPr lvl="3"/>
            <a:r>
              <a:rPr lang="en-GB" altLang="en-US" dirty="0"/>
              <a:t>Fourth Outline Level</a:t>
            </a:r>
          </a:p>
          <a:p>
            <a:pPr lvl="4"/>
            <a:r>
              <a:rPr lang="en-GB" altLang="en-US" dirty="0"/>
              <a:t>Fifth Outline Level</a:t>
            </a:r>
          </a:p>
          <a:p>
            <a:pPr lvl="4"/>
            <a:r>
              <a:rPr lang="en-GB" altLang="en-US" dirty="0"/>
              <a:t>Sixth Outline Level</a:t>
            </a:r>
          </a:p>
          <a:p>
            <a:pPr lvl="4"/>
            <a:r>
              <a:rPr lang="en-GB" altLang="en-US" dirty="0"/>
              <a:t>Seventh Outline Level</a:t>
            </a:r>
          </a:p>
          <a:p>
            <a:pPr lvl="4"/>
            <a:r>
              <a:rPr lang="en-GB" altLang="en-US" dirty="0"/>
              <a:t>Eighth Outline Level</a:t>
            </a:r>
          </a:p>
          <a:p>
            <a:pPr lvl="4"/>
            <a:r>
              <a:rPr lang="en-GB" altLang="en-US" dirty="0"/>
              <a:t>Ninth Outline Level</a:t>
            </a:r>
          </a:p>
        </p:txBody>
      </p:sp>
      <p:sp>
        <p:nvSpPr>
          <p:cNvPr id="2" name="Rectangle 3"/>
          <p:cNvSpPr>
            <a:spLocks noGrp="1"/>
          </p:cNvSpPr>
          <p:nvPr>
            <p:ph type="dt"/>
          </p:nvPr>
        </p:nvSpPr>
        <p:spPr bwMode="auto">
          <a:xfrm>
            <a:off x="457200" y="6353175"/>
            <a:ext cx="2130425" cy="366713"/>
          </a:xfrm>
          <a:prstGeom prst="rect">
            <a:avLst/>
          </a:prstGeom>
          <a:noFill/>
          <a:ln w="9525">
            <a:noFill/>
            <a:round/>
            <a:headEnd type="none"/>
            <a:tailEnd type="none"/>
          </a:ln>
          <a:effectLst/>
        </p:spPr>
        <p:txBody>
          <a:bodyPr wrap="square" lIns="90000" tIns="46800" rIns="90000" bIns="46800" numCol="1" anchor="ctr"/>
          <a:lstStyle>
            <a:lvl1pPr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19685E47-C80D-4B57-A105-6CBDACD06AC8}" type="datetimeFigureOut">
              <a:rPr lang="en-US" sz="1800" b="0" i="0" u="none" kern="1200" spc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9/1/2026</a:t>
            </a:fld>
            <a:endParaRPr lang="en-US" sz="1800" b="0" i="0" u="none" kern="1200" spc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3124200" y="6354763"/>
            <a:ext cx="2895600" cy="368300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wrap="none" anchor="ctr"/>
          <a:lstStyle>
            <a:lvl1pPr defTabSz="914400">
              <a:defRPr dirty="0">
                <a:solidFill>
                  <a:schemeClr val="tx1"/>
                </a:solidFill>
                <a:latin typeface="Arial"/>
                <a:ea typeface="SimSun"/>
              </a:defRPr>
            </a:lvl1pPr>
            <a:lvl2pPr marL="742950" indent="-285750" defTabSz="914400">
              <a:defRPr dirty="0">
                <a:solidFill>
                  <a:schemeClr val="tx1"/>
                </a:solidFill>
                <a:latin typeface="Arial"/>
                <a:ea typeface="SimSun"/>
              </a:defRPr>
            </a:lvl2pPr>
            <a:lvl3pPr marL="1143000" indent="-228600" defTabSz="914400">
              <a:defRPr dirty="0">
                <a:solidFill>
                  <a:schemeClr val="tx1"/>
                </a:solidFill>
                <a:latin typeface="Arial"/>
                <a:ea typeface="SimSun"/>
              </a:defRPr>
            </a:lvl3pPr>
            <a:lvl4pPr marL="1600200" indent="-228600" defTabSz="914400">
              <a:defRPr dirty="0">
                <a:solidFill>
                  <a:schemeClr val="tx1"/>
                </a:solidFill>
                <a:latin typeface="Arial"/>
                <a:ea typeface="SimSun"/>
              </a:defRPr>
            </a:lvl4pPr>
            <a:lvl5pPr marL="2057400" indent="-228600" defTabSz="914400">
              <a:defRPr dirty="0">
                <a:solidFill>
                  <a:schemeClr val="tx1"/>
                </a:solidFill>
                <a:latin typeface="Arial"/>
                <a:ea typeface="SimSun"/>
              </a:defRPr>
            </a:lvl5pPr>
            <a:lvl6pPr marL="2514600" indent="-228600" defTabSz="914400" fontAlgn="base">
              <a:spcBef>
                <a:spcPct val="0"/>
              </a:spcBef>
              <a:spcAft>
                <a:spcPct val="0"/>
              </a:spcAft>
              <a:defRPr dirty="0">
                <a:solidFill>
                  <a:schemeClr val="tx1"/>
                </a:solidFill>
                <a:latin typeface="Arial"/>
                <a:ea typeface="SimSun"/>
              </a:defRPr>
            </a:lvl6pPr>
            <a:lvl7pPr marL="2971800" indent="-228600" defTabSz="914400" fontAlgn="base">
              <a:spcBef>
                <a:spcPct val="0"/>
              </a:spcBef>
              <a:spcAft>
                <a:spcPct val="0"/>
              </a:spcAft>
              <a:defRPr dirty="0">
                <a:solidFill>
                  <a:schemeClr val="tx1"/>
                </a:solidFill>
                <a:latin typeface="Arial"/>
                <a:ea typeface="SimSun"/>
              </a:defRPr>
            </a:lvl7pPr>
            <a:lvl8pPr marL="3429000" indent="-228600" defTabSz="914400" fontAlgn="base">
              <a:spcBef>
                <a:spcPct val="0"/>
              </a:spcBef>
              <a:spcAft>
                <a:spcPct val="0"/>
              </a:spcAft>
              <a:defRPr dirty="0">
                <a:solidFill>
                  <a:schemeClr val="tx1"/>
                </a:solidFill>
                <a:latin typeface="Arial"/>
                <a:ea typeface="SimSun"/>
              </a:defRPr>
            </a:lvl8pPr>
            <a:lvl9pPr marL="3886200" indent="-228600" defTabSz="914400" fontAlgn="base">
              <a:spcBef>
                <a:spcPct val="0"/>
              </a:spcBef>
              <a:spcAft>
                <a:spcPct val="0"/>
              </a:spcAft>
              <a:defRPr dirty="0">
                <a:solidFill>
                  <a:schemeClr val="tx1"/>
                </a:solidFill>
                <a:latin typeface="Arial"/>
                <a:ea typeface="SimSun"/>
              </a:defRPr>
            </a:lvl9pPr>
          </a:lstStyle>
          <a:p>
            <a:pPr marL="0" indent="0" algn="l" defTabSz="9144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0" i="0" u="none" kern="1200" spc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SimSun"/>
              <a:cs typeface="+mn-cs"/>
            </a:endParaRPr>
          </a:p>
        </p:txBody>
      </p:sp>
      <p:sp>
        <p:nvSpPr>
          <p:cNvPr id="3" name="Rectangle 5"/>
          <p:cNvSpPr>
            <a:spLocks noGrp="1"/>
          </p:cNvSpPr>
          <p:nvPr>
            <p:ph type="sldNum"/>
          </p:nvPr>
        </p:nvSpPr>
        <p:spPr bwMode="auto">
          <a:xfrm>
            <a:off x="6553200" y="6353175"/>
            <a:ext cx="2130425" cy="366713"/>
          </a:xfrm>
          <a:prstGeom prst="rect">
            <a:avLst/>
          </a:prstGeom>
          <a:noFill/>
          <a:ln w="9525">
            <a:noFill/>
            <a:round/>
            <a:headEnd type="none"/>
            <a:tailEnd type="none"/>
          </a:ln>
          <a:effectLst/>
        </p:spPr>
        <p:txBody>
          <a:bodyPr wrap="square" lIns="90000" tIns="46800" rIns="90000" bIns="46800" numCol="1" anchor="ctr"/>
          <a:lstStyle>
            <a:lvl1pPr>
              <a:defRPr dirty="0">
                <a:solidFill>
                  <a:srgbClr val="000000"/>
                </a:solidFill>
                <a:latin typeface="Calibri"/>
              </a:defRPr>
            </a:lvl1pPr>
          </a:lstStyle>
          <a:p>
            <a:pPr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en-US" altLang="en-US" dirty="0"/>
              <a:pPr defTabSz="9144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‹#›</a:t>
            </a:fld>
            <a:endParaRPr lang="en-US" altLang="en-US" dirty="0">
              <a:latin typeface="Arial"/>
            </a:endParaRPr>
          </a:p>
        </p:txBody>
      </p:sp>
      <p:pic>
        <p:nvPicPr>
          <p:cNvPr id="1031" name="Picture 6"/>
          <p:cNvPicPr>
            <a:picLocks noChangeAspect="1"/>
          </p:cNvPicPr>
          <p:nvPr/>
        </p:nvPicPr>
        <p:blipFill>
          <a:blip r:embed="rId14">
            <a:lum/>
          </a:blip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headEnd type="none"/>
            <a:tailEnd type="none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2" r:id="rId9"/>
    <p:sldLayoutId id="2147483663" r:id="rId10"/>
    <p:sldLayoutId id="2147483664" r:id="rId11"/>
    <p:sldLayoutId id="2147483665" r:id="rId12"/>
  </p:sldLayoutIdLst>
  <p:hf sldNum="0" hdr="0" ftr="0" dt="0"/>
  <p:txStyles>
    <p:titleStyle>
      <a:lvl1pPr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/>
        <a:defRPr sz="4400" dirty="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/>
        <a:defRPr sz="4400" dirty="0">
          <a:solidFill>
            <a:srgbClr val="000000"/>
          </a:solidFill>
          <a:latin typeface="Calibri"/>
          <a:ea typeface="SimSun"/>
          <a:cs typeface="SimSun"/>
        </a:defRPr>
      </a:lvl2pPr>
      <a:lvl3pPr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/>
        <a:defRPr sz="4400" dirty="0">
          <a:solidFill>
            <a:srgbClr val="000000"/>
          </a:solidFill>
          <a:latin typeface="Calibri"/>
          <a:ea typeface="SimSun"/>
          <a:cs typeface="SimSun"/>
        </a:defRPr>
      </a:lvl3pPr>
      <a:lvl4pPr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/>
        <a:defRPr sz="4400" dirty="0">
          <a:solidFill>
            <a:srgbClr val="000000"/>
          </a:solidFill>
          <a:latin typeface="Calibri"/>
          <a:ea typeface="SimSun"/>
          <a:cs typeface="SimSun"/>
        </a:defRPr>
      </a:lvl4pPr>
      <a:lvl5pPr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/>
        <a:defRPr sz="4400" dirty="0">
          <a:solidFill>
            <a:srgbClr val="000000"/>
          </a:solidFill>
          <a:latin typeface="Calibri"/>
          <a:ea typeface="SimSun"/>
          <a:cs typeface="SimSun"/>
        </a:defRPr>
      </a:lvl5pPr>
      <a:lvl6pPr marL="2514600" indent="-228600"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/>
        <a:defRPr sz="4400" dirty="0">
          <a:solidFill>
            <a:srgbClr val="000000"/>
          </a:solidFill>
          <a:latin typeface="Calibri"/>
          <a:ea typeface="SimSun"/>
          <a:cs typeface="SimSun"/>
        </a:defRPr>
      </a:lvl6pPr>
      <a:lvl7pPr marL="2971800" indent="-228600"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/>
        <a:defRPr sz="4400" dirty="0">
          <a:solidFill>
            <a:srgbClr val="000000"/>
          </a:solidFill>
          <a:latin typeface="Calibri"/>
          <a:ea typeface="SimSun"/>
          <a:cs typeface="SimSun"/>
        </a:defRPr>
      </a:lvl7pPr>
      <a:lvl8pPr marL="3429000" indent="-228600"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/>
        <a:defRPr sz="4400" dirty="0">
          <a:solidFill>
            <a:srgbClr val="000000"/>
          </a:solidFill>
          <a:latin typeface="Calibri"/>
          <a:ea typeface="SimSun"/>
          <a:cs typeface="SimSun"/>
        </a:defRPr>
      </a:lvl8pPr>
      <a:lvl9pPr marL="3886200" indent="-228600"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/>
        <a:defRPr sz="4400" dirty="0">
          <a:solidFill>
            <a:srgbClr val="000000"/>
          </a:solidFill>
          <a:latin typeface="Calibri"/>
          <a:ea typeface="SimSun"/>
          <a:cs typeface="SimSun"/>
        </a:defRPr>
      </a:lvl9pPr>
    </p:titleStyle>
    <p:bodyStyle>
      <a:lvl1pPr marL="342900" indent="-342900" algn="l" defTabSz="457200" rtl="0" fontAlgn="base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/>
        <a:buChar char="•"/>
        <a:defRPr sz="3200" dirty="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/>
        <a:buChar char="–"/>
        <a:defRPr sz="2800" dirty="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/>
        <a:buChar char="•"/>
        <a:defRPr sz="2400" dirty="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/>
        <a:buChar char="–"/>
        <a:defRPr sz="2000" dirty="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/>
        <a:buChar char="»"/>
        <a:defRPr sz="2000" dirty="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/>
        <a:defRPr sz="2000" dirty="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/>
        <a:defRPr sz="2000" dirty="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/>
        <a:defRPr sz="2000" dirty="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/>
        <a:defRPr sz="2000" dirty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/>
          <p:cNvSpPr txBox="1">
            <a:spLocks noChangeArrowheads="1"/>
          </p:cNvSpPr>
          <p:nvPr/>
        </p:nvSpPr>
        <p:spPr bwMode="white">
          <a:xfrm>
            <a:off x="-22060" y="2910591"/>
            <a:ext cx="9166060" cy="92333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ctr" defTabSz="914400"/>
            <a:r>
              <a:rPr lang="en-US" sz="5400" b="1" dirty="0" smtClean="0">
                <a:latin typeface="Calibri (Headings)"/>
                <a:cs typeface="Arial Black"/>
              </a:rPr>
              <a:t>Coimbatore</a:t>
            </a:r>
            <a:endParaRPr lang="en-US" sz="5400" b="1" dirty="0">
              <a:latin typeface="Calibri (Headings)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A650CCFF-4109-4EAB-92F7-6738FD3090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6143644"/>
            <a:ext cx="9144000" cy="333375"/>
          </a:xfrm>
        </p:spPr>
        <p:txBody>
          <a:bodyPr/>
          <a:lstStyle/>
          <a:p>
            <a:pPr>
              <a:buNone/>
            </a:pPr>
            <a:r>
              <a:rPr lang="en-US" altLang="en-US" sz="1500" b="1" dirty="0">
                <a:latin typeface="Calibri (Headings)"/>
                <a:sym typeface="+mn-ea"/>
              </a:rPr>
              <a:t>Avinashi Road </a:t>
            </a:r>
            <a:r>
              <a:rPr lang="en-US" altLang="en-US" sz="1500" b="1" dirty="0" err="1">
                <a:latin typeface="Calibri (Headings)"/>
                <a:sym typeface="+mn-ea"/>
              </a:rPr>
              <a:t>Goldwins</a:t>
            </a:r>
            <a:r>
              <a:rPr lang="en-US" altLang="en-US" sz="1500" b="1" dirty="0">
                <a:latin typeface="Calibri (Headings)"/>
                <a:sym typeface="+mn-ea"/>
              </a:rPr>
              <a:t> towards Airport -</a:t>
            </a:r>
            <a:r>
              <a:rPr lang="en-US" altLang="en-US" sz="1500" b="1" dirty="0" smtClean="0">
                <a:latin typeface="Calibri (Headings)"/>
                <a:sym typeface="+mn-ea"/>
              </a:rPr>
              <a:t>30x30</a:t>
            </a:r>
            <a:endParaRPr lang="en-US" altLang="en-US" sz="1500" b="1" dirty="0">
              <a:latin typeface="Calibri (Headings)"/>
              <a:sym typeface="+mn-ea"/>
            </a:endParaRPr>
          </a:p>
        </p:txBody>
      </p:sp>
      <p:pic>
        <p:nvPicPr>
          <p:cNvPr id="4" name="Picture 2" descr="Z:\Campaign Syed\2026\Preethi Chennai-Coim-MDU mar\Start date\Coimbatore Avinashi Road Goldwins towards Airport 30x30\Apr 6 HD\IMG_20260406_180837.jpg.jpeg">
            <a:extLst>
              <a:ext uri="{FF2B5EF4-FFF2-40B4-BE49-F238E27FC236}">
                <a16:creationId xmlns="" xmlns:a16="http://schemas.microsoft.com/office/drawing/2014/main" id="{C941A9A5-FC45-4151-B3F8-405BB8F77D76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 cstate="print"/>
          <a:srcRect l="1878" t="352" r="3286" b="352"/>
          <a:stretch>
            <a:fillRect/>
          </a:stretch>
        </p:blipFill>
        <p:spPr bwMode="auto">
          <a:xfrm>
            <a:off x="571472" y="928670"/>
            <a:ext cx="8072494" cy="49820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821907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-1" y="6143644"/>
            <a:ext cx="9144001" cy="2903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45159" tIns="72580" rIns="145159" bIns="72580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12902"/>
            <a:r>
              <a:rPr lang="en-GB" altLang="en-US" sz="1500" b="1" dirty="0" err="1">
                <a:sym typeface="+mn-ea"/>
              </a:rPr>
              <a:t>Sivanandha</a:t>
            </a:r>
            <a:r>
              <a:rPr lang="en-GB" altLang="en-US" sz="1500" b="1" dirty="0">
                <a:sym typeface="+mn-ea"/>
              </a:rPr>
              <a:t> Colony towards </a:t>
            </a:r>
            <a:r>
              <a:rPr lang="en-GB" altLang="en-US" sz="1500" b="1" dirty="0" err="1">
                <a:sym typeface="+mn-ea"/>
              </a:rPr>
              <a:t>Saibaba</a:t>
            </a:r>
            <a:r>
              <a:rPr lang="en-GB" altLang="en-US" sz="1500" b="1" dirty="0">
                <a:sym typeface="+mn-ea"/>
              </a:rPr>
              <a:t> Colony (</a:t>
            </a:r>
            <a:r>
              <a:rPr lang="en-GB" altLang="en-US" sz="1500" b="1" dirty="0" err="1">
                <a:sym typeface="+mn-ea"/>
              </a:rPr>
              <a:t>Sanganoor</a:t>
            </a:r>
            <a:r>
              <a:rPr lang="en-GB" altLang="en-US" sz="1500" b="1" dirty="0">
                <a:sym typeface="+mn-ea"/>
              </a:rPr>
              <a:t>)  40X25</a:t>
            </a:r>
            <a:endParaRPr lang="en-US" altLang="en-US" sz="15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/>
          </a:blip>
          <a:srcRect l="7138" r="11603"/>
          <a:stretch>
            <a:fillRect/>
          </a:stretch>
        </p:blipFill>
        <p:spPr bwMode="white">
          <a:xfrm>
            <a:off x="785786" y="857232"/>
            <a:ext cx="7532740" cy="5214974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139046"/>
            <a:ext cx="9144001" cy="2903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45159" tIns="72580" rIns="145159" bIns="72580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12902"/>
            <a:r>
              <a:rPr lang="en-GB" altLang="en-US" sz="1500" b="1" dirty="0" err="1">
                <a:sym typeface="+mn-ea"/>
              </a:rPr>
              <a:t>Saibaba</a:t>
            </a:r>
            <a:r>
              <a:rPr lang="en-GB" altLang="en-US" sz="1500" b="1" dirty="0">
                <a:sym typeface="+mn-ea"/>
              </a:rPr>
              <a:t> Colony towards </a:t>
            </a:r>
            <a:r>
              <a:rPr lang="en-GB" altLang="en-US" sz="1500" b="1" dirty="0" err="1">
                <a:sym typeface="+mn-ea"/>
              </a:rPr>
              <a:t>Gandhipuram</a:t>
            </a:r>
            <a:r>
              <a:rPr lang="en-GB" altLang="en-US" sz="1500" b="1" dirty="0">
                <a:sym typeface="+mn-ea"/>
              </a:rPr>
              <a:t>  40X25</a:t>
            </a:r>
            <a:endParaRPr lang="en-US" altLang="en-US" sz="1500" b="1" dirty="0">
              <a:sym typeface="+mn-ea"/>
            </a:endParaRPr>
          </a:p>
        </p:txBody>
      </p:sp>
      <p:pic>
        <p:nvPicPr>
          <p:cNvPr id="1026" name="Picture 2" descr="Z:\Campaign Syed\2026\Kitkat MDU &amp; Coim&amp; Chennai july\Start date\Coimbatore Saibaba Colony towards Gandhipuram 40x25\July 27 HD\IMG_3079.JPG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5036" y="843054"/>
            <a:ext cx="8175271" cy="517340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-1" y="6143644"/>
            <a:ext cx="9144001" cy="2903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45159" tIns="72580" rIns="145159" bIns="72580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12902"/>
            <a:r>
              <a:rPr lang="en-GB" altLang="en-US" sz="1500" b="1" dirty="0" err="1">
                <a:sym typeface="+mn-ea"/>
              </a:rPr>
              <a:t>Ukkadam</a:t>
            </a:r>
            <a:r>
              <a:rPr lang="en-GB" altLang="en-US" sz="1500" b="1" dirty="0">
                <a:sym typeface="+mn-ea"/>
              </a:rPr>
              <a:t> Bus </a:t>
            </a:r>
            <a:r>
              <a:rPr lang="en-GB" altLang="en-US" sz="1500" b="1" dirty="0" err="1">
                <a:sym typeface="+mn-ea"/>
              </a:rPr>
              <a:t>Depo</a:t>
            </a:r>
            <a:r>
              <a:rPr lang="en-GB" altLang="en-US" sz="1500" b="1" dirty="0">
                <a:sym typeface="+mn-ea"/>
              </a:rPr>
              <a:t> </a:t>
            </a:r>
            <a:r>
              <a:rPr lang="en-GB" altLang="en-US" sz="1500" b="1" dirty="0" err="1">
                <a:sym typeface="+mn-ea"/>
              </a:rPr>
              <a:t>Opp</a:t>
            </a:r>
            <a:r>
              <a:rPr lang="en-GB" altLang="en-US" sz="1500" b="1" dirty="0">
                <a:sym typeface="+mn-ea"/>
              </a:rPr>
              <a:t> towards </a:t>
            </a:r>
            <a:r>
              <a:rPr lang="en-GB" altLang="en-US" sz="1500" b="1" dirty="0" err="1">
                <a:sym typeface="+mn-ea"/>
              </a:rPr>
              <a:t>Sungam</a:t>
            </a:r>
            <a:r>
              <a:rPr lang="en-GB" altLang="en-US" sz="1500" b="1" dirty="0">
                <a:sym typeface="+mn-ea"/>
              </a:rPr>
              <a:t>  35X25</a:t>
            </a:r>
            <a:endParaRPr lang="en-US" altLang="en-US" sz="15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 bwMode="white">
          <a:xfrm>
            <a:off x="428596" y="1000108"/>
            <a:ext cx="8296366" cy="4714908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143644"/>
            <a:ext cx="9144001" cy="2903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45159" tIns="72580" rIns="145159" bIns="72580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12902"/>
            <a:r>
              <a:rPr lang="en-GB" altLang="en-US" sz="1500" b="1" dirty="0" err="1">
                <a:sym typeface="+mn-ea"/>
              </a:rPr>
              <a:t>Periyanayakanpalayam</a:t>
            </a:r>
            <a:r>
              <a:rPr lang="en-GB" altLang="en-US" sz="1500" b="1" dirty="0">
                <a:sym typeface="+mn-ea"/>
              </a:rPr>
              <a:t> bridge towards Coimbatore  50X30</a:t>
            </a:r>
            <a:endParaRPr lang="en-US" altLang="en-US" sz="1500" b="1" dirty="0">
              <a:sym typeface="+mn-ea"/>
            </a:endParaRPr>
          </a:p>
        </p:txBody>
      </p:sp>
      <p:pic>
        <p:nvPicPr>
          <p:cNvPr id="2050" name="Picture 2" descr="D:\Downloaded\WhatsApp Image 2026-08-22 at 10.21.58 (1)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928670"/>
            <a:ext cx="8348344" cy="47126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 1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SimSun"/>
        <a:cs typeface="SimSun"/>
      </a:majorFont>
      <a:minorFont>
        <a:latin typeface="Calibri"/>
        <a:ea typeface="SimSun"/>
        <a:cs typeface="SimSu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/>
        </a:gradFill>
      </a:fillStyleLst>
      <a:lnStyleLst>
        <a:ln w="9525" cap="flat">
          <a:solidFill>
            <a:schemeClr val="phClr">
              <a:shade val="95000"/>
              <a:satMod val="105000"/>
            </a:schemeClr>
          </a:solidFill>
          <a:prstDash val="solid"/>
          <a:headEnd type="none"/>
          <a:tailEnd type="none"/>
        </a:ln>
        <a:ln w="25400" cap="flat">
          <a:solidFill>
            <a:schemeClr val="phClr"/>
          </a:solidFill>
          <a:prstDash val="solid"/>
          <a:headEnd type="none"/>
          <a:tailEnd type="none"/>
        </a:ln>
        <a:ln w="38100" cap="flat">
          <a:solidFill>
            <a:schemeClr val="phClr"/>
          </a:solidFill>
          <a:prstDash val="solid"/>
          <a:headEnd type="none"/>
          <a:tailEnd type="none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Jagran Theme</Template>
  <TotalTime>1977</TotalTime>
  <Pages>0</Pages>
  <Words>40</Words>
  <Characters>0</Characters>
  <Application>Microsoft Office PowerPoint</Application>
  <PresentationFormat>On-screen Show (4:3)</PresentationFormat>
  <Lines>0</Lines>
  <Paragraphs>12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JE01</dc:creator>
  <cp:lastModifiedBy>User</cp:lastModifiedBy>
  <cp:revision>267</cp:revision>
  <dcterms:created xsi:type="dcterms:W3CDTF">2013-06-24T10:30:00Z</dcterms:created>
  <dcterms:modified xsi:type="dcterms:W3CDTF">2026-09-01T07:30:03Z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28A9E3006DC2472880E9C4999C664C39</vt:lpwstr>
  </property>
  <property fmtid="{D5CDD505-2E9C-101B-9397-08002B2CF9AE}" pid="3" name="KSOProductBuildVer">
    <vt:lpwstr>1033-11.2.0.11440</vt:lpwstr>
  </property>
</Properties>
</file>