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docProps/custom.xml" ContentType="application/vnd.openxmlformats-officedocument.custom-properti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608" r:id="rId2"/>
    <p:sldId id="595" r:id="rId3"/>
    <p:sldId id="596" r:id="rId4"/>
    <p:sldId id="597" r:id="rId5"/>
    <p:sldId id="598" r:id="rId6"/>
    <p:sldId id="600" r:id="rId7"/>
    <p:sldId id="601" r:id="rId8"/>
    <p:sldId id="602" r:id="rId9"/>
    <p:sldId id="603" r:id="rId10"/>
    <p:sldId id="604" r:id="rId11"/>
    <p:sldId id="605" r:id="rId12"/>
    <p:sldId id="606" r:id="rId13"/>
    <p:sldId id="607" r:id="rId14"/>
    <p:sldId id="609" r:id="rId15"/>
  </p:sldIdLst>
  <p:sldSz cx="10799763" cy="7199313"/>
  <p:notesSz cx="18288000" cy="10287000"/>
  <p:defaultTextStyle>
    <a:defPPr>
      <a:defRPr kern="0" dirty="0"/>
    </a:defPPr>
  </p:defaultTextStyle>
  <p:extLst>
    <p:ext uri="{521415D9-36F7-43E2-AB2F-B90AF26B5E84}"/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00" y="-96"/>
      </p:cViewPr>
      <p:guideLst>
        <p:guide orient="horz" pos="2015"/>
        <p:guide pos="127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white">
          <a:xfrm>
            <a:off x="0" y="0"/>
            <a:ext cx="7924800" cy="51435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/>
          <a:lstStyle>
            <a:lvl1pPr algn="l">
              <a:defRPr sz="1200" dirty="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white">
          <a:xfrm>
            <a:off x="10358438" y="0"/>
            <a:ext cx="7924800" cy="51435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/>
          <a:lstStyle>
            <a:lvl1pPr algn="r">
              <a:defRPr sz="1200" dirty="0"/>
            </a:lvl1pPr>
          </a:lstStyle>
          <a:p>
            <a:fld id="{5FA3C81F-6E8A-4B36-B766-37AD8A963818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white">
          <a:xfrm>
            <a:off x="6249988" y="771525"/>
            <a:ext cx="5788025" cy="3857625"/>
          </a:xfrm>
          <a:prstGeom prst="rect">
            <a:avLst/>
          </a:prstGeom>
          <a:noFill/>
          <a:ln w="12700">
            <a:solidFill>
              <a:srgbClr val="000000"/>
            </a:solidFill>
            <a:headEnd type="none"/>
            <a:tailEnd type="none"/>
          </a:ln>
        </p:spPr>
        <p:txBody>
          <a:bodyPr wrap="square" lIns="91440" tIns="45720" rIns="91440" bIns="4572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1828800" y="4886325"/>
            <a:ext cx="14630400" cy="462915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white">
          <a:xfrm>
            <a:off x="0" y="9771063"/>
            <a:ext cx="7924800" cy="51435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b"/>
          <a:lstStyle>
            <a:lvl1pPr algn="l">
              <a:defRPr sz="1200" dirty="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white">
          <a:xfrm>
            <a:off x="10358438" y="9771063"/>
            <a:ext cx="7924800" cy="51435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b"/>
          <a:lstStyle>
            <a:lvl1pPr algn="r">
              <a:defRPr sz="1200" dirty="0"/>
            </a:lvl1pPr>
          </a:lstStyle>
          <a:p>
            <a:fld id="{F0D4D64B-3ACD-40A3-976E-B47D64464E0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575897" rtl="0">
      <a:defRPr sz="756" kern="1200" dirty="0">
        <a:solidFill>
          <a:schemeClr val="dk1"/>
        </a:solidFill>
        <a:latin typeface="+mn-lt"/>
        <a:ea typeface="+mn-ea"/>
        <a:cs typeface="+mn-cs"/>
      </a:defRPr>
    </a:lvl1pPr>
    <a:lvl2pPr marL="287948" algn="l" defTabSz="575897" rtl="0">
      <a:defRPr sz="756" kern="1200" dirty="0">
        <a:solidFill>
          <a:schemeClr val="dk1"/>
        </a:solidFill>
        <a:latin typeface="+mn-lt"/>
        <a:ea typeface="+mn-ea"/>
        <a:cs typeface="+mn-cs"/>
      </a:defRPr>
    </a:lvl2pPr>
    <a:lvl3pPr marL="575897" algn="l" defTabSz="575897" rtl="0">
      <a:defRPr sz="756" kern="1200" dirty="0">
        <a:solidFill>
          <a:schemeClr val="dk1"/>
        </a:solidFill>
        <a:latin typeface="+mn-lt"/>
        <a:ea typeface="+mn-ea"/>
        <a:cs typeface="+mn-cs"/>
      </a:defRPr>
    </a:lvl3pPr>
    <a:lvl4pPr marL="863845" algn="l" defTabSz="575897" rtl="0">
      <a:defRPr sz="756" kern="1200" dirty="0">
        <a:solidFill>
          <a:schemeClr val="dk1"/>
        </a:solidFill>
        <a:latin typeface="+mn-lt"/>
        <a:ea typeface="+mn-ea"/>
        <a:cs typeface="+mn-cs"/>
      </a:defRPr>
    </a:lvl4pPr>
    <a:lvl5pPr marL="1151794" algn="l" defTabSz="575897" rtl="0">
      <a:defRPr sz="756" kern="1200" dirty="0">
        <a:solidFill>
          <a:schemeClr val="dk1"/>
        </a:solidFill>
        <a:latin typeface="+mn-lt"/>
        <a:ea typeface="+mn-ea"/>
        <a:cs typeface="+mn-cs"/>
      </a:defRPr>
    </a:lvl5pPr>
    <a:lvl6pPr marL="1439742" algn="l" defTabSz="575897" rtl="0">
      <a:defRPr sz="756" kern="1200" dirty="0">
        <a:solidFill>
          <a:schemeClr val="dk1"/>
        </a:solidFill>
        <a:latin typeface="+mn-lt"/>
        <a:ea typeface="+mn-ea"/>
        <a:cs typeface="+mn-cs"/>
      </a:defRPr>
    </a:lvl6pPr>
    <a:lvl7pPr marL="1727691" algn="l" defTabSz="575897" rtl="0">
      <a:defRPr sz="756" kern="1200" dirty="0">
        <a:solidFill>
          <a:schemeClr val="dk1"/>
        </a:solidFill>
        <a:latin typeface="+mn-lt"/>
        <a:ea typeface="+mn-ea"/>
        <a:cs typeface="+mn-cs"/>
      </a:defRPr>
    </a:lvl7pPr>
    <a:lvl8pPr marL="2015639" algn="l" defTabSz="575897" rtl="0">
      <a:defRPr sz="756" kern="1200" dirty="0">
        <a:solidFill>
          <a:schemeClr val="dk1"/>
        </a:solidFill>
        <a:latin typeface="+mn-lt"/>
        <a:ea typeface="+mn-ea"/>
        <a:cs typeface="+mn-cs"/>
      </a:defRPr>
    </a:lvl8pPr>
    <a:lvl9pPr marL="2303588" algn="l" defTabSz="575897" rtl="0">
      <a:defRPr sz="756" kern="1200" dirty="0">
        <a:solidFill>
          <a:schemeClr val="dk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249988" y="771525"/>
            <a:ext cx="5788025" cy="3857625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1828800" y="4886325"/>
            <a:ext cx="14630400" cy="462915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249988" y="771525"/>
            <a:ext cx="5788025" cy="3857625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1828800" y="4886325"/>
            <a:ext cx="14630400" cy="462915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249988" y="771525"/>
            <a:ext cx="5788025" cy="3857625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1828800" y="4886325"/>
            <a:ext cx="14630400" cy="462915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249988" y="771525"/>
            <a:ext cx="5788025" cy="3857625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1828800" y="4886325"/>
            <a:ext cx="14630400" cy="462915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5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249988" y="771525"/>
            <a:ext cx="5788025" cy="3857625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1828800" y="4886325"/>
            <a:ext cx="14630400" cy="462915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249988" y="771525"/>
            <a:ext cx="5788025" cy="3857625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1828800" y="4886325"/>
            <a:ext cx="14630400" cy="462915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7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249988" y="771525"/>
            <a:ext cx="5788025" cy="3857625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1828800" y="4886325"/>
            <a:ext cx="14630400" cy="462915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8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249988" y="771525"/>
            <a:ext cx="5788025" cy="3857625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1828800" y="4886325"/>
            <a:ext cx="14630400" cy="462915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9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249988" y="771525"/>
            <a:ext cx="5788025" cy="3857625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1828800" y="4886325"/>
            <a:ext cx="14630400" cy="462915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10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249988" y="771525"/>
            <a:ext cx="5788025" cy="3857625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1828800" y="4886325"/>
            <a:ext cx="14630400" cy="462915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11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249988" y="771525"/>
            <a:ext cx="5788025" cy="3857625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1828800" y="4886325"/>
            <a:ext cx="14630400" cy="462915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12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249988" y="771525"/>
            <a:ext cx="5788025" cy="3857625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1828800" y="4886325"/>
            <a:ext cx="14630400" cy="462915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13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6666636" y="867966"/>
            <a:ext cx="15434733" cy="4339828"/>
          </a:xfrm>
          <a:noFill/>
          <a:ln>
            <a:solidFill>
              <a:srgbClr val="000000"/>
            </a:solidFill>
            <a:miter/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4876800" y="5497116"/>
            <a:ext cx="39014400" cy="5207794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numCol="1" anchor="t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/>
            <a:headEnd type="none"/>
            <a:tailEnd type="none"/>
          </a:ln>
        </p:spPr>
        <p:txBody>
          <a:bodyPr wrap="square"/>
          <a:lstStyle/>
          <a:p>
            <a:fld id="{133D0C2D-C568-4B83-B014-AF09EDF823BF}" type="slidenum">
              <a:rPr lang="en-US" altLang="en-US" dirty="0"/>
              <a:pPr/>
              <a:t>14</a:t>
            </a:fld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 bwMode="white">
          <a:xfrm>
            <a:off x="752077" y="590152"/>
            <a:ext cx="9295607" cy="601900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/>
          <a:lstStyle/>
          <a:p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9796088" y="231965"/>
            <a:ext cx="928104" cy="439957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7" name="bg object 17"/>
          <p:cNvSpPr>
            <a:spLocks/>
          </p:cNvSpPr>
          <p:nvPr/>
        </p:nvSpPr>
        <p:spPr bwMode="white">
          <a:xfrm>
            <a:off x="10296911" y="2219356"/>
            <a:ext cx="502864" cy="1813605"/>
          </a:xfrm>
          <a:custGeom>
            <a:avLst/>
            <a:gdLst/>
            <a:ahLst/>
            <a:cxnLst/>
            <a:rect l="l" t="t" r="r" b="b"/>
            <a:pathLst>
              <a:path w="851534" h="2591435">
                <a:moveTo>
                  <a:pt x="851519" y="2586241"/>
                </a:moveTo>
                <a:lnTo>
                  <a:pt x="764782" y="2590945"/>
                </a:lnTo>
                <a:lnTo>
                  <a:pt x="751956" y="2589844"/>
                </a:lnTo>
                <a:lnTo>
                  <a:pt x="740138" y="2585360"/>
                </a:lnTo>
                <a:lnTo>
                  <a:pt x="6033" y="1310720"/>
                </a:lnTo>
                <a:lnTo>
                  <a:pt x="0" y="1286184"/>
                </a:lnTo>
                <a:lnTo>
                  <a:pt x="2172" y="1273733"/>
                </a:lnTo>
                <a:lnTo>
                  <a:pt x="7768" y="1262139"/>
                </a:lnTo>
                <a:lnTo>
                  <a:pt x="851519" y="0"/>
                </a:lnTo>
                <a:lnTo>
                  <a:pt x="851519" y="2586241"/>
                </a:lnTo>
                <a:close/>
              </a:path>
            </a:pathLst>
          </a:custGeom>
          <a:solidFill>
            <a:srgbClr val="FFF1ED">
              <a:alpha val="39999"/>
            </a:srgbClr>
          </a:solidFill>
          <a:ln>
            <a:headEnd type="none"/>
            <a:tailEnd type="none"/>
          </a:ln>
        </p:spPr>
        <p:txBody>
          <a:bodyPr wrap="square" lIns="0" tIns="0" rIns="0" bIns="0"/>
          <a:lstStyle/>
          <a:p>
            <a:endParaRPr dirty="0"/>
          </a:p>
        </p:txBody>
      </p:sp>
      <p:pic>
        <p:nvPicPr>
          <p:cNvPr id="19" name="bg object 19"/>
          <p:cNvPicPr>
            <a:picLocks noChangeAspect="1"/>
          </p:cNvPicPr>
          <p:nvPr/>
        </p:nvPicPr>
        <p:blipFill>
          <a:blip r:embed="rId3">
            <a:lum/>
          </a:blip>
          <a:srcRect/>
          <a:stretch>
            <a:fillRect/>
          </a:stretch>
        </p:blipFill>
        <p:spPr bwMode="white">
          <a:xfrm>
            <a:off x="3601617" y="7031228"/>
            <a:ext cx="7198147" cy="168085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0" name="bg object 20"/>
          <p:cNvPicPr>
            <a:picLocks noChangeAspect="1"/>
          </p:cNvPicPr>
          <p:nvPr/>
        </p:nvPicPr>
        <p:blipFill>
          <a:blip r:embed="rId4">
            <a:lum/>
          </a:blip>
          <a:srcRect/>
          <a:stretch>
            <a:fillRect/>
          </a:stretch>
        </p:blipFill>
        <p:spPr bwMode="white">
          <a:xfrm>
            <a:off x="6243750" y="6690183"/>
            <a:ext cx="712667" cy="46535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1" name="bg object 21"/>
          <p:cNvPicPr>
            <a:picLocks noChangeAspect="1"/>
          </p:cNvPicPr>
          <p:nvPr/>
        </p:nvPicPr>
        <p:blipFill>
          <a:blip r:embed="rId5">
            <a:lum/>
          </a:blip>
          <a:srcRect/>
          <a:stretch>
            <a:fillRect/>
          </a:stretch>
        </p:blipFill>
        <p:spPr bwMode="white">
          <a:xfrm>
            <a:off x="6243749" y="646"/>
            <a:ext cx="712667" cy="46535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2" name="bg object 22"/>
          <p:cNvPicPr>
            <a:picLocks noChangeAspect="1"/>
          </p:cNvPicPr>
          <p:nvPr/>
        </p:nvPicPr>
        <p:blipFill>
          <a:blip r:embed="rId6">
            <a:lum/>
          </a:blip>
          <a:srcRect/>
          <a:stretch>
            <a:fillRect/>
          </a:stretch>
        </p:blipFill>
        <p:spPr bwMode="white">
          <a:xfrm>
            <a:off x="3828395" y="2150423"/>
            <a:ext cx="713543" cy="462648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3" name="bg object 23"/>
          <p:cNvPicPr>
            <a:picLocks noChangeAspect="1"/>
          </p:cNvPicPr>
          <p:nvPr/>
        </p:nvPicPr>
        <p:blipFill>
          <a:blip r:embed="rId7">
            <a:lum/>
          </a:blip>
          <a:srcRect/>
          <a:stretch>
            <a:fillRect/>
          </a:stretch>
        </p:blipFill>
        <p:spPr bwMode="white">
          <a:xfrm>
            <a:off x="6400368" y="4579120"/>
            <a:ext cx="713543" cy="462648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4" name="bg object 24"/>
          <p:cNvPicPr>
            <a:picLocks noChangeAspect="1"/>
          </p:cNvPicPr>
          <p:nvPr/>
        </p:nvPicPr>
        <p:blipFill>
          <a:blip r:embed="rId8">
            <a:lum/>
          </a:blip>
          <a:srcRect/>
          <a:stretch>
            <a:fillRect/>
          </a:stretch>
        </p:blipFill>
        <p:spPr bwMode="white">
          <a:xfrm>
            <a:off x="1422724" y="4495864"/>
            <a:ext cx="713543" cy="462648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25" name="bg object 25"/>
          <p:cNvPicPr>
            <a:picLocks noChangeAspect="1"/>
          </p:cNvPicPr>
          <p:nvPr/>
        </p:nvPicPr>
        <p:blipFill>
          <a:blip r:embed="rId9">
            <a:lum/>
          </a:blip>
          <a:srcRect/>
          <a:stretch>
            <a:fillRect/>
          </a:stretch>
        </p:blipFill>
        <p:spPr bwMode="white">
          <a:xfrm>
            <a:off x="6949644" y="1259094"/>
            <a:ext cx="713543" cy="462648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 bwMode="white">
          <a:xfrm>
            <a:off x="752077" y="590153"/>
            <a:ext cx="9295607" cy="601900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967791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 bwMode="white">
          <a:xfrm>
            <a:off x="752077" y="590153"/>
            <a:ext cx="9295607" cy="601900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119830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25"/>
          <p:cNvPicPr>
            <a:picLocks noChangeAspect="1"/>
          </p:cNvPicPr>
          <p:nvPr/>
        </p:nvPicPr>
        <p:blipFill>
          <a:blip r:embed="rId6">
            <a:lum/>
          </a:blip>
          <a:srcRect/>
          <a:stretch>
            <a:fillRect/>
          </a:stretch>
        </p:blipFill>
        <p:spPr bwMode="white">
          <a:xfrm>
            <a:off x="1" y="1"/>
            <a:ext cx="6945115" cy="160089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9" name="object 24"/>
          <p:cNvPicPr>
            <a:picLocks noChangeAspect="1"/>
          </p:cNvPicPr>
          <p:nvPr/>
        </p:nvPicPr>
        <p:blipFill>
          <a:blip r:embed="rId7">
            <a:lum/>
          </a:blip>
          <a:srcRect/>
          <a:stretch>
            <a:fillRect/>
          </a:stretch>
        </p:blipFill>
        <p:spPr bwMode="white">
          <a:xfrm>
            <a:off x="3601617" y="7031228"/>
            <a:ext cx="7198147" cy="168085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  <p:sldLayoutId id="2147483666" r:id="rId4"/>
  </p:sldLayoutIdLst>
  <p:txStyles>
    <p:titleStyle>
      <a:lvl1pPr>
        <a:defRPr dirty="0">
          <a:latin typeface="+mj-lt"/>
          <a:ea typeface="+mj-ea"/>
          <a:cs typeface="+mj-cs"/>
        </a:defRPr>
      </a:lvl1pPr>
    </p:titleStyle>
    <p:bodyStyle>
      <a:lvl1pPr marL="0">
        <a:defRPr dirty="0">
          <a:latin typeface="+mn-lt"/>
          <a:ea typeface="+mn-ea"/>
          <a:cs typeface="+mn-cs"/>
        </a:defRPr>
      </a:lvl1pPr>
      <a:lvl2pPr marL="287990">
        <a:defRPr dirty="0">
          <a:latin typeface="+mn-lt"/>
          <a:ea typeface="+mn-ea"/>
          <a:cs typeface="+mn-cs"/>
        </a:defRPr>
      </a:lvl2pPr>
      <a:lvl3pPr marL="575981">
        <a:defRPr dirty="0">
          <a:latin typeface="+mn-lt"/>
          <a:ea typeface="+mn-ea"/>
          <a:cs typeface="+mn-cs"/>
        </a:defRPr>
      </a:lvl3pPr>
      <a:lvl4pPr marL="863971">
        <a:defRPr dirty="0">
          <a:latin typeface="+mn-lt"/>
          <a:ea typeface="+mn-ea"/>
          <a:cs typeface="+mn-cs"/>
        </a:defRPr>
      </a:lvl4pPr>
      <a:lvl5pPr marL="1151961">
        <a:defRPr dirty="0">
          <a:latin typeface="+mn-lt"/>
          <a:ea typeface="+mn-ea"/>
          <a:cs typeface="+mn-cs"/>
        </a:defRPr>
      </a:lvl5pPr>
      <a:lvl6pPr marL="1439951">
        <a:defRPr dirty="0">
          <a:latin typeface="+mn-lt"/>
          <a:ea typeface="+mn-ea"/>
          <a:cs typeface="+mn-cs"/>
        </a:defRPr>
      </a:lvl6pPr>
      <a:lvl7pPr marL="1727942">
        <a:defRPr dirty="0">
          <a:latin typeface="+mn-lt"/>
          <a:ea typeface="+mn-ea"/>
          <a:cs typeface="+mn-cs"/>
        </a:defRPr>
      </a:lvl7pPr>
      <a:lvl8pPr marL="2015932">
        <a:defRPr dirty="0">
          <a:latin typeface="+mn-lt"/>
          <a:ea typeface="+mn-ea"/>
          <a:cs typeface="+mn-cs"/>
        </a:defRPr>
      </a:lvl8pPr>
      <a:lvl9pPr marL="2303922">
        <a:defRPr dirty="0">
          <a:latin typeface="+mn-lt"/>
          <a:ea typeface="+mn-ea"/>
          <a:cs typeface="+mn-cs"/>
        </a:defRPr>
      </a:lvl9pPr>
    </p:bodyStyle>
    <p:otherStyle>
      <a:lvl1pPr marL="0">
        <a:defRPr dirty="0">
          <a:latin typeface="+mn-lt"/>
          <a:ea typeface="+mn-ea"/>
          <a:cs typeface="+mn-cs"/>
        </a:defRPr>
      </a:lvl1pPr>
      <a:lvl2pPr marL="287990">
        <a:defRPr dirty="0">
          <a:latin typeface="+mn-lt"/>
          <a:ea typeface="+mn-ea"/>
          <a:cs typeface="+mn-cs"/>
        </a:defRPr>
      </a:lvl2pPr>
      <a:lvl3pPr marL="575981">
        <a:defRPr dirty="0">
          <a:latin typeface="+mn-lt"/>
          <a:ea typeface="+mn-ea"/>
          <a:cs typeface="+mn-cs"/>
        </a:defRPr>
      </a:lvl3pPr>
      <a:lvl4pPr marL="863971">
        <a:defRPr dirty="0">
          <a:latin typeface="+mn-lt"/>
          <a:ea typeface="+mn-ea"/>
          <a:cs typeface="+mn-cs"/>
        </a:defRPr>
      </a:lvl4pPr>
      <a:lvl5pPr marL="1151961">
        <a:defRPr dirty="0">
          <a:latin typeface="+mn-lt"/>
          <a:ea typeface="+mn-ea"/>
          <a:cs typeface="+mn-cs"/>
        </a:defRPr>
      </a:lvl5pPr>
      <a:lvl6pPr marL="1439951">
        <a:defRPr dirty="0">
          <a:latin typeface="+mn-lt"/>
          <a:ea typeface="+mn-ea"/>
          <a:cs typeface="+mn-cs"/>
        </a:defRPr>
      </a:lvl6pPr>
      <a:lvl7pPr marL="1727942">
        <a:defRPr dirty="0">
          <a:latin typeface="+mn-lt"/>
          <a:ea typeface="+mn-ea"/>
          <a:cs typeface="+mn-cs"/>
        </a:defRPr>
      </a:lvl7pPr>
      <a:lvl8pPr marL="2015932">
        <a:defRPr dirty="0">
          <a:latin typeface="+mn-lt"/>
          <a:ea typeface="+mn-ea"/>
          <a:cs typeface="+mn-cs"/>
        </a:defRPr>
      </a:lvl8pPr>
      <a:lvl9pPr marL="2303922">
        <a:defRPr dirty="0"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>
            <a:spLocks noGrp="1"/>
          </p:cNvSpPr>
          <p:nvPr>
            <p:ph type="title" idx="4294967295"/>
          </p:nvPr>
        </p:nvSpPr>
        <p:spPr bwMode="white">
          <a:xfrm>
            <a:off x="791983" y="2532937"/>
            <a:ext cx="3707721" cy="1600194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86118" rIns="0" bIns="0" rtlCol="0" anchor="ctr">
            <a:spAutoFit/>
          </a:bodyPr>
          <a:lstStyle/>
          <a:p>
            <a:pPr marL="7621" marR="3048">
              <a:lnSpc>
                <a:spcPts val="5940"/>
              </a:lnSpc>
              <a:spcBef>
                <a:spcPts val="678"/>
              </a:spcBef>
            </a:pPr>
            <a:r>
              <a:rPr lang="en-US" sz="5400" b="1" spc="114" dirty="0">
                <a:solidFill>
                  <a:srgbClr val="5C6673"/>
                </a:solidFill>
                <a:latin typeface="Trebuchet MS"/>
                <a:cs typeface="Trebuchet MS"/>
              </a:rPr>
              <a:t>    </a:t>
            </a:r>
            <a:r>
              <a:rPr lang="en-US" sz="5400" b="1" spc="114" dirty="0">
                <a:solidFill>
                  <a:srgbClr val="5C6673"/>
                </a:solidFill>
                <a:latin typeface="+mn-lt"/>
                <a:cs typeface="Trebuchet MS"/>
              </a:rPr>
              <a:t>OOH </a:t>
            </a:r>
            <a:r>
              <a:rPr sz="5400" b="1" spc="152" dirty="0">
                <a:solidFill>
                  <a:srgbClr val="5C6673"/>
                </a:solidFill>
                <a:latin typeface="+mn-lt"/>
                <a:cs typeface="Trebuchet MS"/>
              </a:rPr>
              <a:t>PROPOSAL</a:t>
            </a:r>
            <a:endParaRPr sz="5400" dirty="0">
              <a:latin typeface="+mn-lt"/>
              <a:cs typeface="Trebuchet MS"/>
            </a:endParaRPr>
          </a:p>
        </p:txBody>
      </p:sp>
      <p:grpSp>
        <p:nvGrpSpPr>
          <p:cNvPr id="2" name="object 10"/>
          <p:cNvGrpSpPr>
            <a:grpSpLocks/>
          </p:cNvGrpSpPr>
          <p:nvPr/>
        </p:nvGrpSpPr>
        <p:grpSpPr bwMode="white">
          <a:xfrm>
            <a:off x="1159859" y="94457"/>
            <a:ext cx="8028273" cy="7104498"/>
            <a:chOff x="524556" y="0"/>
            <a:chExt cx="16143122" cy="10246477"/>
          </a:xfrm>
        </p:grpSpPr>
        <p:pic>
          <p:nvPicPr>
            <p:cNvPr id="14" name="object 14"/>
            <p:cNvPicPr>
              <a:picLocks noChangeAspect="1"/>
            </p:cNvPicPr>
            <p:nvPr/>
          </p:nvPicPr>
          <p:blipFill>
            <a:blip r:embed="rId2">
              <a:lum/>
            </a:blip>
            <a:srcRect/>
            <a:stretch>
              <a:fillRect/>
            </a:stretch>
          </p:blipFill>
          <p:spPr bwMode="white">
            <a:xfrm>
              <a:off x="5588775" y="0"/>
              <a:ext cx="1298352" cy="703860"/>
            </a:xfrm>
            <a:prstGeom prst="rect">
              <a:avLst/>
            </a:prstGeom>
            <a:ln>
              <a:headEnd type="none"/>
              <a:tailEnd type="none"/>
            </a:ln>
          </p:spPr>
        </p:pic>
        <p:pic>
          <p:nvPicPr>
            <p:cNvPr id="15" name="object 15"/>
            <p:cNvPicPr>
              <a:picLocks noChangeAspect="1"/>
            </p:cNvPicPr>
            <p:nvPr/>
          </p:nvPicPr>
          <p:blipFill>
            <a:blip r:embed="rId3">
              <a:lum/>
            </a:blip>
            <a:srcRect/>
            <a:stretch>
              <a:fillRect/>
            </a:stretch>
          </p:blipFill>
          <p:spPr bwMode="white">
            <a:xfrm>
              <a:off x="524556" y="230263"/>
              <a:ext cx="1008088" cy="551538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6" name="object 16"/>
            <p:cNvSpPr>
              <a:spLocks/>
            </p:cNvSpPr>
            <p:nvPr/>
          </p:nvSpPr>
          <p:spPr bwMode="white">
            <a:xfrm>
              <a:off x="8288853" y="1029043"/>
              <a:ext cx="8378825" cy="8227695"/>
            </a:xfrm>
            <a:custGeom>
              <a:avLst/>
              <a:gdLst/>
              <a:ahLst/>
              <a:cxnLst/>
              <a:rect l="l" t="t" r="r" b="b"/>
              <a:pathLst>
                <a:path w="8378825" h="8227695">
                  <a:moveTo>
                    <a:pt x="7999778" y="8227188"/>
                  </a:moveTo>
                  <a:lnTo>
                    <a:pt x="385722" y="8227188"/>
                  </a:lnTo>
                  <a:lnTo>
                    <a:pt x="337513" y="8224163"/>
                  </a:lnTo>
                  <a:lnTo>
                    <a:pt x="291041" y="8215349"/>
                  </a:lnTo>
                  <a:lnTo>
                    <a:pt x="246675" y="8201110"/>
                  </a:lnTo>
                  <a:lnTo>
                    <a:pt x="204785" y="8181814"/>
                  </a:lnTo>
                  <a:lnTo>
                    <a:pt x="165738" y="8157831"/>
                  </a:lnTo>
                  <a:lnTo>
                    <a:pt x="129904" y="8129529"/>
                  </a:lnTo>
                  <a:lnTo>
                    <a:pt x="97652" y="8097276"/>
                  </a:lnTo>
                  <a:lnTo>
                    <a:pt x="69350" y="8061442"/>
                  </a:lnTo>
                  <a:lnTo>
                    <a:pt x="45366" y="8022396"/>
                  </a:lnTo>
                  <a:lnTo>
                    <a:pt x="26071" y="7980506"/>
                  </a:lnTo>
                  <a:lnTo>
                    <a:pt x="11832" y="7936140"/>
                  </a:lnTo>
                  <a:lnTo>
                    <a:pt x="3018" y="7889668"/>
                  </a:lnTo>
                  <a:lnTo>
                    <a:pt x="0" y="7841458"/>
                  </a:lnTo>
                  <a:lnTo>
                    <a:pt x="0" y="311765"/>
                  </a:lnTo>
                  <a:lnTo>
                    <a:pt x="2948" y="264198"/>
                  </a:lnTo>
                  <a:lnTo>
                    <a:pt x="11558" y="219605"/>
                  </a:lnTo>
                  <a:lnTo>
                    <a:pt x="25467" y="178278"/>
                  </a:lnTo>
                  <a:lnTo>
                    <a:pt x="44317" y="140507"/>
                  </a:lnTo>
                  <a:lnTo>
                    <a:pt x="67746" y="106580"/>
                  </a:lnTo>
                  <a:lnTo>
                    <a:pt x="95395" y="76788"/>
                  </a:lnTo>
                  <a:lnTo>
                    <a:pt x="126904" y="51421"/>
                  </a:lnTo>
                  <a:lnTo>
                    <a:pt x="161913" y="30768"/>
                  </a:lnTo>
                  <a:lnTo>
                    <a:pt x="200062" y="15121"/>
                  </a:lnTo>
                  <a:lnTo>
                    <a:pt x="240990" y="4768"/>
                  </a:lnTo>
                  <a:lnTo>
                    <a:pt x="284338" y="0"/>
                  </a:lnTo>
                  <a:lnTo>
                    <a:pt x="329745" y="1106"/>
                  </a:lnTo>
                  <a:lnTo>
                    <a:pt x="376853" y="8376"/>
                  </a:lnTo>
                  <a:lnTo>
                    <a:pt x="8008678" y="1672734"/>
                  </a:lnTo>
                  <a:lnTo>
                    <a:pt x="8052473" y="1684906"/>
                  </a:lnTo>
                  <a:lnTo>
                    <a:pt x="8094824" y="1701778"/>
                  </a:lnTo>
                  <a:lnTo>
                    <a:pt x="8135444" y="1722992"/>
                  </a:lnTo>
                  <a:lnTo>
                    <a:pt x="8174044" y="1748190"/>
                  </a:lnTo>
                  <a:lnTo>
                    <a:pt x="8210335" y="1777014"/>
                  </a:lnTo>
                  <a:lnTo>
                    <a:pt x="8244030" y="1809108"/>
                  </a:lnTo>
                  <a:lnTo>
                    <a:pt x="8274841" y="1844113"/>
                  </a:lnTo>
                  <a:lnTo>
                    <a:pt x="8302479" y="1881671"/>
                  </a:lnTo>
                  <a:lnTo>
                    <a:pt x="8326655" y="1921427"/>
                  </a:lnTo>
                  <a:lnTo>
                    <a:pt x="8347083" y="1963021"/>
                  </a:lnTo>
                  <a:lnTo>
                    <a:pt x="8363472" y="2006096"/>
                  </a:lnTo>
                  <a:lnTo>
                    <a:pt x="8375536" y="2050294"/>
                  </a:lnTo>
                  <a:lnTo>
                    <a:pt x="8378342" y="2067228"/>
                  </a:lnTo>
                  <a:lnTo>
                    <a:pt x="8378342" y="7911662"/>
                  </a:lnTo>
                  <a:lnTo>
                    <a:pt x="8359460" y="7980506"/>
                  </a:lnTo>
                  <a:lnTo>
                    <a:pt x="8340164" y="8022396"/>
                  </a:lnTo>
                  <a:lnTo>
                    <a:pt x="8316180" y="8061442"/>
                  </a:lnTo>
                  <a:lnTo>
                    <a:pt x="8287876" y="8097276"/>
                  </a:lnTo>
                  <a:lnTo>
                    <a:pt x="8255622" y="8129529"/>
                  </a:lnTo>
                  <a:lnTo>
                    <a:pt x="8219786" y="8157831"/>
                  </a:lnTo>
                  <a:lnTo>
                    <a:pt x="8180736" y="8181814"/>
                  </a:lnTo>
                  <a:lnTo>
                    <a:pt x="8138842" y="8201110"/>
                  </a:lnTo>
                  <a:lnTo>
                    <a:pt x="8094472" y="8215349"/>
                  </a:lnTo>
                  <a:lnTo>
                    <a:pt x="8047994" y="8224163"/>
                  </a:lnTo>
                  <a:lnTo>
                    <a:pt x="7999778" y="8227188"/>
                  </a:lnTo>
                  <a:close/>
                </a:path>
              </a:pathLst>
            </a:custGeom>
            <a:solidFill>
              <a:srgbClr val="FFD9C2"/>
            </a:solidFill>
            <a:ln>
              <a:headEnd type="none"/>
              <a:tailEnd type="none"/>
            </a:ln>
          </p:spPr>
          <p:txBody>
            <a:bodyPr wrap="square" lIns="0" tIns="0" rIns="0" bIns="0"/>
            <a:lstStyle/>
            <a:p>
              <a:endParaRPr sz="1715" dirty="0"/>
            </a:p>
          </p:txBody>
        </p:sp>
        <p:sp>
          <p:nvSpPr>
            <p:cNvPr id="18" name="object 18"/>
            <p:cNvSpPr>
              <a:spLocks/>
            </p:cNvSpPr>
            <p:nvPr/>
          </p:nvSpPr>
          <p:spPr bwMode="white">
            <a:xfrm>
              <a:off x="7798785" y="8426621"/>
              <a:ext cx="1691005" cy="1492885"/>
            </a:xfrm>
            <a:custGeom>
              <a:avLst/>
              <a:gdLst/>
              <a:ahLst/>
              <a:cxnLst/>
              <a:rect l="l" t="t" r="r" b="b"/>
              <a:pathLst>
                <a:path w="1691004" h="1492884">
                  <a:moveTo>
                    <a:pt x="448592" y="0"/>
                  </a:moveTo>
                  <a:lnTo>
                    <a:pt x="1245131" y="8324"/>
                  </a:lnTo>
                  <a:lnTo>
                    <a:pt x="1287848" y="33466"/>
                  </a:lnTo>
                  <a:lnTo>
                    <a:pt x="1684265" y="729288"/>
                  </a:lnTo>
                  <a:lnTo>
                    <a:pt x="1690783" y="754095"/>
                  </a:lnTo>
                  <a:lnTo>
                    <a:pt x="1689083" y="766809"/>
                  </a:lnTo>
                  <a:lnTo>
                    <a:pt x="1285074" y="1468286"/>
                  </a:lnTo>
                  <a:lnTo>
                    <a:pt x="1242187" y="1492698"/>
                  </a:lnTo>
                  <a:lnTo>
                    <a:pt x="445658" y="1484377"/>
                  </a:lnTo>
                  <a:lnTo>
                    <a:pt x="402915" y="1459274"/>
                  </a:lnTo>
                  <a:lnTo>
                    <a:pt x="6503" y="763446"/>
                  </a:lnTo>
                  <a:lnTo>
                    <a:pt x="0" y="738634"/>
                  </a:lnTo>
                  <a:lnTo>
                    <a:pt x="1693" y="725918"/>
                  </a:lnTo>
                  <a:lnTo>
                    <a:pt x="405704" y="24438"/>
                  </a:lnTo>
                  <a:lnTo>
                    <a:pt x="448592" y="0"/>
                  </a:lnTo>
                </a:path>
              </a:pathLst>
            </a:custGeom>
            <a:ln w="57150">
              <a:solidFill>
                <a:srgbClr val="FFFFFF"/>
              </a:solidFill>
              <a:headEnd type="none"/>
              <a:tailEnd type="none"/>
            </a:ln>
          </p:spPr>
          <p:txBody>
            <a:bodyPr wrap="square" lIns="0" tIns="0" rIns="0" bIns="0"/>
            <a:lstStyle/>
            <a:p>
              <a:endParaRPr sz="1715" dirty="0"/>
            </a:p>
          </p:txBody>
        </p:sp>
        <p:sp>
          <p:nvSpPr>
            <p:cNvPr id="19" name="object 19"/>
            <p:cNvSpPr>
              <a:spLocks/>
            </p:cNvSpPr>
            <p:nvPr/>
          </p:nvSpPr>
          <p:spPr bwMode="white">
            <a:xfrm>
              <a:off x="8808279" y="8028673"/>
              <a:ext cx="1415415" cy="1243330"/>
            </a:xfrm>
            <a:custGeom>
              <a:avLst/>
              <a:gdLst/>
              <a:ahLst/>
              <a:cxnLst/>
              <a:rect l="l" t="t" r="r" b="b"/>
              <a:pathLst>
                <a:path w="1415415" h="1243329">
                  <a:moveTo>
                    <a:pt x="1412144" y="608624"/>
                  </a:moveTo>
                  <a:lnTo>
                    <a:pt x="1413641" y="612314"/>
                  </a:lnTo>
                  <a:lnTo>
                    <a:pt x="1415230" y="625027"/>
                  </a:lnTo>
                  <a:lnTo>
                    <a:pt x="1413506" y="637722"/>
                  </a:lnTo>
                  <a:lnTo>
                    <a:pt x="1076195" y="1218477"/>
                  </a:lnTo>
                  <a:lnTo>
                    <a:pt x="1033224" y="1242975"/>
                  </a:lnTo>
                  <a:lnTo>
                    <a:pt x="374543" y="1238772"/>
                  </a:lnTo>
                  <a:lnTo>
                    <a:pt x="331816" y="1213769"/>
                  </a:lnTo>
                  <a:lnTo>
                    <a:pt x="6487" y="642732"/>
                  </a:lnTo>
                  <a:lnTo>
                    <a:pt x="0" y="617935"/>
                  </a:lnTo>
                  <a:lnTo>
                    <a:pt x="1728" y="605234"/>
                  </a:lnTo>
                  <a:lnTo>
                    <a:pt x="339041" y="24477"/>
                  </a:lnTo>
                  <a:lnTo>
                    <a:pt x="382029" y="0"/>
                  </a:lnTo>
                  <a:lnTo>
                    <a:pt x="1040704" y="4178"/>
                  </a:lnTo>
                  <a:lnTo>
                    <a:pt x="1053609" y="5985"/>
                  </a:lnTo>
                  <a:lnTo>
                    <a:pt x="1065406" y="10985"/>
                  </a:lnTo>
                  <a:lnTo>
                    <a:pt x="1075526" y="18838"/>
                  </a:lnTo>
                  <a:lnTo>
                    <a:pt x="1078057" y="22143"/>
                  </a:lnTo>
                </a:path>
              </a:pathLst>
            </a:custGeom>
            <a:ln w="57150">
              <a:solidFill>
                <a:srgbClr val="FFFFFF"/>
              </a:solidFill>
              <a:headEnd type="none"/>
              <a:tailEnd type="none"/>
            </a:ln>
          </p:spPr>
          <p:txBody>
            <a:bodyPr wrap="square" lIns="0" tIns="0" rIns="0" bIns="0"/>
            <a:lstStyle/>
            <a:p>
              <a:endParaRPr sz="1715" dirty="0"/>
            </a:p>
          </p:txBody>
        </p:sp>
        <p:pic>
          <p:nvPicPr>
            <p:cNvPr id="20" name="object 20"/>
            <p:cNvPicPr>
              <a:picLocks noChangeAspect="1"/>
            </p:cNvPicPr>
            <p:nvPr/>
          </p:nvPicPr>
          <p:blipFill>
            <a:blip r:embed="rId4">
              <a:lum/>
            </a:blip>
            <a:srcRect/>
            <a:stretch>
              <a:fillRect/>
            </a:stretch>
          </p:blipFill>
          <p:spPr bwMode="white">
            <a:xfrm>
              <a:off x="5835472" y="9581545"/>
              <a:ext cx="1206810" cy="664932"/>
            </a:xfrm>
            <a:prstGeom prst="rect">
              <a:avLst/>
            </a:prstGeom>
            <a:ln>
              <a:headEnd type="none"/>
              <a:tailEnd type="none"/>
            </a:ln>
          </p:spPr>
        </p:pic>
      </p:grpSp>
      <p:pic>
        <p:nvPicPr>
          <p:cNvPr id="13" name="object 17"/>
          <p:cNvPicPr>
            <a:picLocks noChangeAspect="1"/>
          </p:cNvPicPr>
          <p:nvPr/>
        </p:nvPicPr>
        <p:blipFill>
          <a:blip r:embed="rId5">
            <a:lum/>
          </a:blip>
          <a:srcRect/>
          <a:stretch>
            <a:fillRect/>
          </a:stretch>
        </p:blipFill>
        <p:spPr bwMode="white">
          <a:xfrm>
            <a:off x="5014092" y="807955"/>
            <a:ext cx="4034963" cy="5523768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14"/>
          <p:cNvPicPr>
            <a:picLocks noChangeAspect="1"/>
          </p:cNvPicPr>
          <p:nvPr/>
        </p:nvPicPr>
        <p:blipFill>
          <a:blip r:embed="rId3">
            <a:lum/>
          </a:blip>
          <a:srcRect/>
          <a:stretch>
            <a:fillRect/>
          </a:stretch>
        </p:blipFill>
        <p:spPr bwMode="white">
          <a:xfrm>
            <a:off x="9286081" y="94456"/>
            <a:ext cx="1428060" cy="51001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7" name="TextBox 1"/>
          <p:cNvSpPr txBox="1">
            <a:spLocks noChangeArrowheads="1"/>
          </p:cNvSpPr>
          <p:nvPr/>
        </p:nvSpPr>
        <p:spPr bwMode="white">
          <a:xfrm>
            <a:off x="0" y="3055552"/>
            <a:ext cx="10799763" cy="1088208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63284" tIns="81642" rIns="163284" bIns="81642">
            <a:spAutoFit/>
          </a:bodyPr>
          <a:lstStyle/>
          <a:p>
            <a:pPr algn="ctr" defTabSz="1632844"/>
            <a:r>
              <a:rPr lang="en-US" sz="6000" b="1" dirty="0">
                <a:latin typeface="Calibri (Headings)"/>
                <a:cs typeface="Arial Black"/>
              </a:rPr>
              <a:t>Madurai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/>
          <p:cNvSpPr txBox="1">
            <a:spLocks noChangeArrowheads="1"/>
          </p:cNvSpPr>
          <p:nvPr/>
        </p:nvSpPr>
        <p:spPr bwMode="auto">
          <a:xfrm>
            <a:off x="0" y="6647656"/>
            <a:ext cx="10799764" cy="304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63284" tIns="81642" rIns="163284" bIns="81642" anchor="ctr"/>
          <a:lstStyle>
            <a:lvl1pPr marL="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GB" altLang="en-US" sz="1700" b="1" dirty="0">
                <a:latin typeface="+mj-lt"/>
                <a:sym typeface="+mn-ea"/>
              </a:rPr>
              <a:t>Yanaikkal junction</a:t>
            </a:r>
            <a:r>
              <a:rPr lang="en-GB" altLang="en-US" sz="1600" b="1" dirty="0">
                <a:sym typeface="+mn-ea"/>
              </a:rPr>
              <a:t>  20x20</a:t>
            </a:r>
            <a:endParaRPr lang="en-US" altLang="en-US" sz="1600" b="1" dirty="0"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lum/>
          </a:blip>
          <a:srcRect/>
          <a:stretch>
            <a:fillRect/>
          </a:stretch>
        </p:blipFill>
        <p:spPr bwMode="white">
          <a:xfrm>
            <a:off x="675481" y="551656"/>
            <a:ext cx="9448801" cy="6096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/>
          <p:cNvSpPr txBox="1">
            <a:spLocks noChangeArrowheads="1"/>
          </p:cNvSpPr>
          <p:nvPr/>
        </p:nvSpPr>
        <p:spPr bwMode="auto">
          <a:xfrm>
            <a:off x="0" y="6647656"/>
            <a:ext cx="10799764" cy="304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63284" tIns="81642" rIns="163284" bIns="81642" anchor="ctr"/>
          <a:lstStyle>
            <a:lvl1pPr marL="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GB" altLang="en-US" sz="1700" b="1" dirty="0">
                <a:latin typeface="+mj-lt"/>
                <a:sym typeface="+mn-ea"/>
              </a:rPr>
              <a:t>Simakkal Madura Coats Bridge towards Goripalayam</a:t>
            </a:r>
            <a:r>
              <a:rPr lang="en-GB" altLang="en-US" sz="1600" b="1" dirty="0">
                <a:sym typeface="+mn-ea"/>
              </a:rPr>
              <a:t>  20X20</a:t>
            </a:r>
            <a:endParaRPr lang="en-US" altLang="en-US" sz="1600" b="1" dirty="0"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lum/>
          </a:blip>
          <a:srcRect/>
          <a:stretch>
            <a:fillRect/>
          </a:stretch>
        </p:blipFill>
        <p:spPr bwMode="white">
          <a:xfrm>
            <a:off x="675481" y="551656"/>
            <a:ext cx="9448801" cy="6096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/>
          <p:cNvSpPr txBox="1">
            <a:spLocks noChangeArrowheads="1"/>
          </p:cNvSpPr>
          <p:nvPr/>
        </p:nvSpPr>
        <p:spPr bwMode="auto">
          <a:xfrm>
            <a:off x="0" y="6647656"/>
            <a:ext cx="10799764" cy="304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63284" tIns="81642" rIns="163284" bIns="81642" anchor="ctr"/>
          <a:lstStyle>
            <a:lvl1pPr marL="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GB" altLang="en-US" sz="1700" b="1" dirty="0">
                <a:latin typeface="+mj-lt"/>
                <a:sym typeface="+mn-ea"/>
              </a:rPr>
              <a:t>Arapalayam Bus stand</a:t>
            </a:r>
            <a:r>
              <a:rPr lang="en-GB" altLang="en-US" sz="1600" b="1" dirty="0">
                <a:sym typeface="+mn-ea"/>
              </a:rPr>
              <a:t>  40X14</a:t>
            </a:r>
            <a:endParaRPr lang="en-US" altLang="en-US" sz="1600" b="1" dirty="0"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lum/>
          </a:blip>
          <a:srcRect/>
          <a:stretch>
            <a:fillRect/>
          </a:stretch>
        </p:blipFill>
        <p:spPr bwMode="white">
          <a:xfrm>
            <a:off x="675481" y="551656"/>
            <a:ext cx="9448801" cy="6096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/>
          <p:cNvSpPr txBox="1">
            <a:spLocks noChangeArrowheads="1"/>
          </p:cNvSpPr>
          <p:nvPr/>
        </p:nvSpPr>
        <p:spPr bwMode="auto">
          <a:xfrm>
            <a:off x="0" y="6647656"/>
            <a:ext cx="10799764" cy="304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63284" tIns="81642" rIns="163284" bIns="81642" anchor="ctr"/>
          <a:lstStyle>
            <a:lvl1pPr marL="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GB" altLang="en-US" sz="1700" b="1" dirty="0">
                <a:latin typeface="+mj-lt"/>
                <a:sym typeface="+mn-ea"/>
              </a:rPr>
              <a:t>South Veli Street towards Periyar Bus Stand</a:t>
            </a:r>
            <a:r>
              <a:rPr lang="en-GB" altLang="en-US" sz="1600" b="1" dirty="0">
                <a:sym typeface="+mn-ea"/>
              </a:rPr>
              <a:t>  20x20</a:t>
            </a:r>
            <a:endParaRPr lang="en-US" altLang="en-US" sz="1600" b="1" dirty="0"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lum/>
          </a:blip>
          <a:srcRect/>
          <a:stretch>
            <a:fillRect/>
          </a:stretch>
        </p:blipFill>
        <p:spPr bwMode="white">
          <a:xfrm>
            <a:off x="675481" y="551656"/>
            <a:ext cx="9448801" cy="6096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/>
          <p:cNvSpPr txBox="1">
            <a:spLocks noChangeArrowheads="1"/>
          </p:cNvSpPr>
          <p:nvPr/>
        </p:nvSpPr>
        <p:spPr bwMode="auto">
          <a:xfrm>
            <a:off x="0" y="6647656"/>
            <a:ext cx="10799764" cy="304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63284" tIns="81642" rIns="163284" bIns="81642" anchor="ctr"/>
          <a:lstStyle>
            <a:lvl1pPr marL="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GB" altLang="en-US" sz="1700" b="1" dirty="0">
                <a:latin typeface="+mj-lt"/>
                <a:sym typeface="+mn-ea"/>
              </a:rPr>
              <a:t>Arasaradi towards kalavasal Junction</a:t>
            </a:r>
            <a:r>
              <a:rPr lang="en-GB" altLang="en-US" sz="1600" b="1" dirty="0">
                <a:sym typeface="+mn-ea"/>
              </a:rPr>
              <a:t>  25x25</a:t>
            </a:r>
            <a:endParaRPr lang="en-US" altLang="en-US" sz="1600" b="1" dirty="0"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lum/>
          </a:blip>
          <a:srcRect/>
          <a:stretch>
            <a:fillRect/>
          </a:stretch>
        </p:blipFill>
        <p:spPr bwMode="white">
          <a:xfrm>
            <a:off x="675481" y="551656"/>
            <a:ext cx="9448801" cy="6096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/>
          <p:cNvSpPr txBox="1">
            <a:spLocks noChangeArrowheads="1"/>
          </p:cNvSpPr>
          <p:nvPr/>
        </p:nvSpPr>
        <p:spPr bwMode="auto">
          <a:xfrm>
            <a:off x="0" y="6647656"/>
            <a:ext cx="10799764" cy="304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63284" tIns="81642" rIns="163284" bIns="81642" anchor="ctr"/>
          <a:lstStyle>
            <a:lvl1pPr marL="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GB" altLang="en-US" sz="1700" b="1" dirty="0">
                <a:latin typeface="+mj-lt"/>
                <a:sym typeface="+mn-ea"/>
              </a:rPr>
              <a:t>Nagamalai Pudhukottai(Virattipathu) towards Kalavasal</a:t>
            </a:r>
            <a:r>
              <a:rPr lang="en-GB" altLang="en-US" sz="1600" b="1" dirty="0">
                <a:sym typeface="+mn-ea"/>
              </a:rPr>
              <a:t>  20X20</a:t>
            </a:r>
            <a:endParaRPr lang="en-US" altLang="en-US" sz="1600" b="1" dirty="0"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lum/>
          </a:blip>
          <a:srcRect/>
          <a:stretch>
            <a:fillRect/>
          </a:stretch>
        </p:blipFill>
        <p:spPr bwMode="white">
          <a:xfrm>
            <a:off x="675481" y="551656"/>
            <a:ext cx="9448801" cy="6096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/>
          <p:cNvSpPr txBox="1">
            <a:spLocks noChangeArrowheads="1"/>
          </p:cNvSpPr>
          <p:nvPr/>
        </p:nvSpPr>
        <p:spPr bwMode="auto">
          <a:xfrm>
            <a:off x="0" y="6647656"/>
            <a:ext cx="10799764" cy="304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63284" tIns="81642" rIns="163284" bIns="81642" anchor="ctr"/>
          <a:lstStyle>
            <a:lvl1pPr marL="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GB" altLang="en-US" sz="1700" b="1" dirty="0">
                <a:latin typeface="+mj-lt"/>
                <a:sym typeface="+mn-ea"/>
              </a:rPr>
              <a:t>Kalavasal - Near Reliance Bazzar</a:t>
            </a:r>
            <a:r>
              <a:rPr lang="en-GB" altLang="en-US" sz="1600" b="1" dirty="0">
                <a:sym typeface="+mn-ea"/>
              </a:rPr>
              <a:t>  25x25</a:t>
            </a:r>
            <a:endParaRPr lang="en-US" altLang="en-US" sz="1600" b="1" dirty="0"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lum/>
          </a:blip>
          <a:srcRect/>
          <a:stretch>
            <a:fillRect/>
          </a:stretch>
        </p:blipFill>
        <p:spPr bwMode="white">
          <a:xfrm>
            <a:off x="675481" y="551656"/>
            <a:ext cx="9448801" cy="6096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/>
          <p:cNvSpPr txBox="1">
            <a:spLocks noChangeArrowheads="1"/>
          </p:cNvSpPr>
          <p:nvPr/>
        </p:nvSpPr>
        <p:spPr bwMode="auto">
          <a:xfrm>
            <a:off x="0" y="6647656"/>
            <a:ext cx="10799764" cy="304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63284" tIns="81642" rIns="163284" bIns="81642" anchor="ctr"/>
          <a:lstStyle>
            <a:lvl1pPr marL="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GB" altLang="en-US" sz="1700" b="1" dirty="0">
                <a:latin typeface="+mj-lt"/>
                <a:sym typeface="+mn-ea"/>
              </a:rPr>
              <a:t>Alagappan Nagar towards Periyar</a:t>
            </a:r>
            <a:r>
              <a:rPr lang="en-GB" altLang="en-US" sz="1600" b="1" dirty="0">
                <a:sym typeface="+mn-ea"/>
              </a:rPr>
              <a:t>  25X25</a:t>
            </a:r>
            <a:endParaRPr lang="en-US" altLang="en-US" sz="1600" b="1" dirty="0"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lum/>
          </a:blip>
          <a:srcRect/>
          <a:stretch>
            <a:fillRect/>
          </a:stretch>
        </p:blipFill>
        <p:spPr bwMode="white">
          <a:xfrm>
            <a:off x="675481" y="551656"/>
            <a:ext cx="9448801" cy="6096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/>
          <p:cNvSpPr txBox="1">
            <a:spLocks noChangeArrowheads="1"/>
          </p:cNvSpPr>
          <p:nvPr/>
        </p:nvSpPr>
        <p:spPr bwMode="auto">
          <a:xfrm>
            <a:off x="0" y="6647656"/>
            <a:ext cx="10799764" cy="304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63284" tIns="81642" rIns="163284" bIns="81642" anchor="ctr"/>
          <a:lstStyle>
            <a:lvl1pPr marL="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GB" altLang="en-US" sz="1700" b="1" dirty="0">
                <a:latin typeface="+mj-lt"/>
                <a:sym typeface="+mn-ea"/>
              </a:rPr>
              <a:t>Southgate bridge</a:t>
            </a:r>
            <a:r>
              <a:rPr lang="en-GB" altLang="en-US" sz="1600" b="1" dirty="0">
                <a:sym typeface="+mn-ea"/>
              </a:rPr>
              <a:t>  25x14</a:t>
            </a:r>
            <a:endParaRPr lang="en-US" altLang="en-US" sz="1600" b="1" dirty="0"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lum/>
          </a:blip>
          <a:srcRect/>
          <a:stretch>
            <a:fillRect/>
          </a:stretch>
        </p:blipFill>
        <p:spPr bwMode="white">
          <a:xfrm>
            <a:off x="675481" y="551656"/>
            <a:ext cx="9448801" cy="6096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/>
          <p:cNvSpPr txBox="1">
            <a:spLocks noChangeArrowheads="1"/>
          </p:cNvSpPr>
          <p:nvPr/>
        </p:nvSpPr>
        <p:spPr bwMode="auto">
          <a:xfrm>
            <a:off x="0" y="6647656"/>
            <a:ext cx="10799764" cy="304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63284" tIns="81642" rIns="163284" bIns="81642" anchor="ctr"/>
          <a:lstStyle>
            <a:lvl1pPr marL="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GB" altLang="en-US" sz="1700" b="1" dirty="0">
                <a:latin typeface="+mj-lt"/>
                <a:sym typeface="+mn-ea"/>
              </a:rPr>
              <a:t>P&amp;T Nagar towards Anaiyur</a:t>
            </a:r>
            <a:r>
              <a:rPr lang="en-GB" altLang="en-US" sz="1600" b="1" dirty="0">
                <a:sym typeface="+mn-ea"/>
              </a:rPr>
              <a:t>  40X20</a:t>
            </a:r>
            <a:endParaRPr lang="en-US" altLang="en-US" sz="1600" b="1" dirty="0"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lum/>
          </a:blip>
          <a:srcRect/>
          <a:stretch>
            <a:fillRect/>
          </a:stretch>
        </p:blipFill>
        <p:spPr bwMode="white">
          <a:xfrm>
            <a:off x="675481" y="551656"/>
            <a:ext cx="9448801" cy="6096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/>
          <p:cNvSpPr txBox="1">
            <a:spLocks noChangeArrowheads="1"/>
          </p:cNvSpPr>
          <p:nvPr/>
        </p:nvSpPr>
        <p:spPr bwMode="auto">
          <a:xfrm>
            <a:off x="0" y="6647656"/>
            <a:ext cx="10799764" cy="30480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 lIns="163284" tIns="81642" rIns="163284" bIns="81642" anchor="ctr"/>
          <a:lstStyle>
            <a:lvl1pPr marL="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GB" altLang="en-US" sz="1700" b="1" dirty="0">
                <a:latin typeface="+mj-lt"/>
                <a:sym typeface="+mn-ea"/>
              </a:rPr>
              <a:t>Avaniyapuram Near D Mart towards Airport</a:t>
            </a:r>
            <a:r>
              <a:rPr lang="en-GB" altLang="en-US" sz="1600" b="1" dirty="0">
                <a:sym typeface="+mn-ea"/>
              </a:rPr>
              <a:t>  25X25</a:t>
            </a:r>
            <a:endParaRPr lang="en-US" altLang="en-US" sz="1600" b="1" dirty="0"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lum/>
          </a:blip>
          <a:srcRect/>
          <a:stretch>
            <a:fillRect/>
          </a:stretch>
        </p:blipFill>
        <p:spPr bwMode="white">
          <a:xfrm>
            <a:off x="675481" y="551656"/>
            <a:ext cx="9448801" cy="6096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8"/>
          <p:cNvSpPr>
            <a:spLocks/>
          </p:cNvSpPr>
          <p:nvPr/>
        </p:nvSpPr>
        <p:spPr bwMode="white">
          <a:xfrm>
            <a:off x="1122711" y="5231181"/>
            <a:ext cx="1319440" cy="1592067"/>
          </a:xfrm>
          <a:custGeom>
            <a:avLst/>
            <a:gdLst/>
            <a:ahLst/>
            <a:cxnLst/>
            <a:rect l="l" t="t" r="r" b="b"/>
            <a:pathLst>
              <a:path w="2482215" h="2527300">
                <a:moveTo>
                  <a:pt x="67043" y="106073"/>
                </a:moveTo>
                <a:lnTo>
                  <a:pt x="38953" y="106073"/>
                </a:lnTo>
                <a:lnTo>
                  <a:pt x="10011" y="86733"/>
                </a:lnTo>
                <a:lnTo>
                  <a:pt x="0" y="62564"/>
                </a:lnTo>
                <a:lnTo>
                  <a:pt x="0" y="57079"/>
                </a:lnTo>
                <a:lnTo>
                  <a:pt x="6054" y="26646"/>
                </a:lnTo>
                <a:lnTo>
                  <a:pt x="25916" y="6787"/>
                </a:lnTo>
                <a:lnTo>
                  <a:pt x="53000" y="0"/>
                </a:lnTo>
                <a:lnTo>
                  <a:pt x="73560" y="4090"/>
                </a:lnTo>
                <a:lnTo>
                  <a:pt x="90991" y="15736"/>
                </a:lnTo>
                <a:lnTo>
                  <a:pt x="102638" y="33167"/>
                </a:lnTo>
                <a:lnTo>
                  <a:pt x="106728" y="60784"/>
                </a:lnTo>
                <a:lnTo>
                  <a:pt x="95982" y="86733"/>
                </a:lnTo>
                <a:lnTo>
                  <a:pt x="67043" y="106073"/>
                </a:lnTo>
                <a:close/>
              </a:path>
              <a:path w="2482215" h="2527300">
                <a:moveTo>
                  <a:pt x="224236" y="103574"/>
                </a:moveTo>
                <a:lnTo>
                  <a:pt x="204311" y="103574"/>
                </a:lnTo>
                <a:lnTo>
                  <a:pt x="186073" y="96021"/>
                </a:lnTo>
                <a:lnTo>
                  <a:pt x="171984" y="81933"/>
                </a:lnTo>
                <a:lnTo>
                  <a:pt x="164428" y="63697"/>
                </a:lnTo>
                <a:lnTo>
                  <a:pt x="164755" y="40449"/>
                </a:lnTo>
                <a:lnTo>
                  <a:pt x="183049" y="13070"/>
                </a:lnTo>
                <a:lnTo>
                  <a:pt x="214274" y="2902"/>
                </a:lnTo>
                <a:lnTo>
                  <a:pt x="220949" y="2902"/>
                </a:lnTo>
                <a:lnTo>
                  <a:pt x="245497" y="13070"/>
                </a:lnTo>
                <a:lnTo>
                  <a:pt x="263790" y="40449"/>
                </a:lnTo>
                <a:lnTo>
                  <a:pt x="264119" y="63697"/>
                </a:lnTo>
                <a:lnTo>
                  <a:pt x="256563" y="81933"/>
                </a:lnTo>
                <a:lnTo>
                  <a:pt x="242473" y="96021"/>
                </a:lnTo>
                <a:lnTo>
                  <a:pt x="224236" y="103574"/>
                </a:lnTo>
                <a:close/>
              </a:path>
              <a:path w="2482215" h="2527300">
                <a:moveTo>
                  <a:pt x="366152" y="100735"/>
                </a:moveTo>
                <a:lnTo>
                  <a:pt x="341653" y="87626"/>
                </a:lnTo>
                <a:lnTo>
                  <a:pt x="328541" y="63129"/>
                </a:lnTo>
                <a:lnTo>
                  <a:pt x="328762" y="47439"/>
                </a:lnTo>
                <a:lnTo>
                  <a:pt x="328850" y="41206"/>
                </a:lnTo>
                <a:lnTo>
                  <a:pt x="346102" y="15387"/>
                </a:lnTo>
                <a:lnTo>
                  <a:pt x="375547" y="5798"/>
                </a:lnTo>
                <a:lnTo>
                  <a:pt x="388076" y="7038"/>
                </a:lnTo>
                <a:lnTo>
                  <a:pt x="413894" y="24290"/>
                </a:lnTo>
                <a:lnTo>
                  <a:pt x="423483" y="47439"/>
                </a:lnTo>
                <a:lnTo>
                  <a:pt x="415427" y="80326"/>
                </a:lnTo>
                <a:lnTo>
                  <a:pt x="393890" y="98016"/>
                </a:lnTo>
                <a:lnTo>
                  <a:pt x="366152" y="100735"/>
                </a:lnTo>
                <a:close/>
              </a:path>
              <a:path w="2482215" h="2527300">
                <a:moveTo>
                  <a:pt x="536828" y="98768"/>
                </a:moveTo>
                <a:lnTo>
                  <a:pt x="509161" y="89759"/>
                </a:lnTo>
                <a:lnTo>
                  <a:pt x="492952" y="65499"/>
                </a:lnTo>
                <a:lnTo>
                  <a:pt x="495217" y="36493"/>
                </a:lnTo>
                <a:lnTo>
                  <a:pt x="511841" y="16260"/>
                </a:lnTo>
                <a:lnTo>
                  <a:pt x="536828" y="8695"/>
                </a:lnTo>
                <a:lnTo>
                  <a:pt x="545654" y="9569"/>
                </a:lnTo>
                <a:lnTo>
                  <a:pt x="568669" y="21886"/>
                </a:lnTo>
                <a:lnTo>
                  <a:pt x="580987" y="44901"/>
                </a:lnTo>
                <a:lnTo>
                  <a:pt x="578434" y="70962"/>
                </a:lnTo>
                <a:lnTo>
                  <a:pt x="561813" y="91199"/>
                </a:lnTo>
                <a:lnTo>
                  <a:pt x="536828" y="98768"/>
                </a:lnTo>
                <a:close/>
              </a:path>
              <a:path w="2482215" h="2527300">
                <a:moveTo>
                  <a:pt x="709115" y="94781"/>
                </a:moveTo>
                <a:lnTo>
                  <a:pt x="676861" y="90547"/>
                </a:lnTo>
                <a:lnTo>
                  <a:pt x="657047" y="64742"/>
                </a:lnTo>
                <a:lnTo>
                  <a:pt x="659167" y="37602"/>
                </a:lnTo>
                <a:lnTo>
                  <a:pt x="674721" y="18669"/>
                </a:lnTo>
                <a:lnTo>
                  <a:pt x="698102" y="11591"/>
                </a:lnTo>
                <a:lnTo>
                  <a:pt x="714226" y="14799"/>
                </a:lnTo>
                <a:lnTo>
                  <a:pt x="733158" y="30351"/>
                </a:lnTo>
                <a:lnTo>
                  <a:pt x="740239" y="53728"/>
                </a:lnTo>
                <a:lnTo>
                  <a:pt x="734916" y="74967"/>
                </a:lnTo>
                <a:lnTo>
                  <a:pt x="709115" y="94781"/>
                </a:lnTo>
                <a:close/>
              </a:path>
              <a:path w="2482215" h="2527300">
                <a:moveTo>
                  <a:pt x="869634" y="91961"/>
                </a:moveTo>
                <a:lnTo>
                  <a:pt x="839595" y="88015"/>
                </a:lnTo>
                <a:lnTo>
                  <a:pt x="821148" y="63985"/>
                </a:lnTo>
                <a:lnTo>
                  <a:pt x="823122" y="38711"/>
                </a:lnTo>
                <a:lnTo>
                  <a:pt x="837605" y="21080"/>
                </a:lnTo>
                <a:lnTo>
                  <a:pt x="859376" y="14487"/>
                </a:lnTo>
                <a:lnTo>
                  <a:pt x="879156" y="19444"/>
                </a:lnTo>
                <a:lnTo>
                  <a:pt x="897607" y="43471"/>
                </a:lnTo>
                <a:lnTo>
                  <a:pt x="893665" y="73510"/>
                </a:lnTo>
                <a:lnTo>
                  <a:pt x="869634" y="91961"/>
                </a:lnTo>
                <a:close/>
              </a:path>
              <a:path w="2482215" h="2527300">
                <a:moveTo>
                  <a:pt x="1027780" y="89374"/>
                </a:moveTo>
                <a:lnTo>
                  <a:pt x="1002335" y="85488"/>
                </a:lnTo>
                <a:lnTo>
                  <a:pt x="985245" y="63235"/>
                </a:lnTo>
                <a:lnTo>
                  <a:pt x="991575" y="31404"/>
                </a:lnTo>
                <a:lnTo>
                  <a:pt x="1020657" y="17383"/>
                </a:lnTo>
                <a:lnTo>
                  <a:pt x="1025430" y="17383"/>
                </a:lnTo>
                <a:lnTo>
                  <a:pt x="1049729" y="31404"/>
                </a:lnTo>
                <a:lnTo>
                  <a:pt x="1056297" y="60858"/>
                </a:lnTo>
                <a:lnTo>
                  <a:pt x="1046356" y="79434"/>
                </a:lnTo>
                <a:lnTo>
                  <a:pt x="1027780" y="89374"/>
                </a:lnTo>
                <a:close/>
              </a:path>
              <a:path w="2482215" h="2527300">
                <a:moveTo>
                  <a:pt x="1177537" y="87183"/>
                </a:moveTo>
                <a:lnTo>
                  <a:pt x="1155169" y="74277"/>
                </a:lnTo>
                <a:lnTo>
                  <a:pt x="1149130" y="47172"/>
                </a:lnTo>
                <a:lnTo>
                  <a:pt x="1163372" y="25899"/>
                </a:lnTo>
                <a:lnTo>
                  <a:pt x="1181930" y="20279"/>
                </a:lnTo>
                <a:lnTo>
                  <a:pt x="1188485" y="20928"/>
                </a:lnTo>
                <a:lnTo>
                  <a:pt x="1209757" y="35170"/>
                </a:lnTo>
                <a:lnTo>
                  <a:pt x="1215372" y="58121"/>
                </a:lnTo>
                <a:lnTo>
                  <a:pt x="1202471" y="80491"/>
                </a:lnTo>
                <a:lnTo>
                  <a:pt x="1177537" y="87183"/>
                </a:lnTo>
                <a:close/>
              </a:path>
              <a:path w="2482215" h="2527300">
                <a:moveTo>
                  <a:pt x="1339197" y="84281"/>
                </a:moveTo>
                <a:lnTo>
                  <a:pt x="1316508" y="69127"/>
                </a:lnTo>
                <a:lnTo>
                  <a:pt x="1315878" y="37856"/>
                </a:lnTo>
                <a:lnTo>
                  <a:pt x="1327333" y="26400"/>
                </a:lnTo>
                <a:lnTo>
                  <a:pt x="1343200" y="23182"/>
                </a:lnTo>
                <a:lnTo>
                  <a:pt x="1359068" y="26400"/>
                </a:lnTo>
                <a:lnTo>
                  <a:pt x="1373749" y="45626"/>
                </a:lnTo>
                <a:lnTo>
                  <a:pt x="1367650" y="72495"/>
                </a:lnTo>
                <a:lnTo>
                  <a:pt x="1339197" y="84281"/>
                </a:lnTo>
                <a:close/>
              </a:path>
              <a:path w="2482215" h="2527300">
                <a:moveTo>
                  <a:pt x="1511809" y="81383"/>
                </a:moveTo>
                <a:lnTo>
                  <a:pt x="1490121" y="78472"/>
                </a:lnTo>
                <a:lnTo>
                  <a:pt x="1476831" y="61068"/>
                </a:lnTo>
                <a:lnTo>
                  <a:pt x="1480315" y="39795"/>
                </a:lnTo>
                <a:lnTo>
                  <a:pt x="1504487" y="26078"/>
                </a:lnTo>
                <a:lnTo>
                  <a:pt x="1518853" y="28994"/>
                </a:lnTo>
                <a:lnTo>
                  <a:pt x="1532144" y="46401"/>
                </a:lnTo>
                <a:lnTo>
                  <a:pt x="1529215" y="68099"/>
                </a:lnTo>
                <a:lnTo>
                  <a:pt x="1511809" y="81383"/>
                </a:lnTo>
                <a:close/>
              </a:path>
              <a:path w="2482215" h="2527300">
                <a:moveTo>
                  <a:pt x="1672317" y="78487"/>
                </a:moveTo>
                <a:lnTo>
                  <a:pt x="1652891" y="75881"/>
                </a:lnTo>
                <a:lnTo>
                  <a:pt x="1640990" y="60301"/>
                </a:lnTo>
                <a:lnTo>
                  <a:pt x="1641764" y="47169"/>
                </a:lnTo>
                <a:lnTo>
                  <a:pt x="1665755" y="28974"/>
                </a:lnTo>
                <a:lnTo>
                  <a:pt x="1678620" y="31584"/>
                </a:lnTo>
                <a:lnTo>
                  <a:pt x="1690520" y="47169"/>
                </a:lnTo>
                <a:lnTo>
                  <a:pt x="1687906" y="66595"/>
                </a:lnTo>
                <a:lnTo>
                  <a:pt x="1672317" y="78487"/>
                </a:lnTo>
                <a:close/>
              </a:path>
              <a:path w="2482215" h="2527300">
                <a:moveTo>
                  <a:pt x="1821388" y="74767"/>
                </a:moveTo>
                <a:lnTo>
                  <a:pt x="1805428" y="48001"/>
                </a:lnTo>
                <a:lnTo>
                  <a:pt x="1815809" y="34411"/>
                </a:lnTo>
                <a:lnTo>
                  <a:pt x="1827024" y="32136"/>
                </a:lnTo>
                <a:lnTo>
                  <a:pt x="1832751" y="32136"/>
                </a:lnTo>
                <a:lnTo>
                  <a:pt x="1846357" y="42509"/>
                </a:lnTo>
                <a:lnTo>
                  <a:pt x="1848081" y="59373"/>
                </a:lnTo>
                <a:lnTo>
                  <a:pt x="1821388" y="74767"/>
                </a:lnTo>
                <a:close/>
              </a:path>
              <a:path w="2482215" h="2527300">
                <a:moveTo>
                  <a:pt x="1983435" y="71946"/>
                </a:moveTo>
                <a:lnTo>
                  <a:pt x="1971590" y="44013"/>
                </a:lnTo>
                <a:lnTo>
                  <a:pt x="1988310" y="35033"/>
                </a:lnTo>
                <a:lnTo>
                  <a:pt x="1993276" y="35033"/>
                </a:lnTo>
                <a:lnTo>
                  <a:pt x="2005027" y="44013"/>
                </a:lnTo>
                <a:lnTo>
                  <a:pt x="2007013" y="58687"/>
                </a:lnTo>
                <a:lnTo>
                  <a:pt x="1998023" y="70457"/>
                </a:lnTo>
                <a:lnTo>
                  <a:pt x="1983435" y="71946"/>
                </a:lnTo>
                <a:close/>
              </a:path>
              <a:path w="2482215" h="2527300">
                <a:moveTo>
                  <a:pt x="2157790" y="67867"/>
                </a:moveTo>
                <a:lnTo>
                  <a:pt x="2141383" y="67867"/>
                </a:lnTo>
                <a:lnTo>
                  <a:pt x="2133785" y="53735"/>
                </a:lnTo>
                <a:lnTo>
                  <a:pt x="2149597" y="37929"/>
                </a:lnTo>
                <a:lnTo>
                  <a:pt x="2153784" y="37929"/>
                </a:lnTo>
                <a:lnTo>
                  <a:pt x="2163722" y="45524"/>
                </a:lnTo>
                <a:lnTo>
                  <a:pt x="2165390" y="57924"/>
                </a:lnTo>
                <a:lnTo>
                  <a:pt x="2157790" y="67867"/>
                </a:lnTo>
                <a:close/>
              </a:path>
              <a:path w="2482215" h="2527300">
                <a:moveTo>
                  <a:pt x="2307436" y="66637"/>
                </a:moveTo>
                <a:lnTo>
                  <a:pt x="2297963" y="53735"/>
                </a:lnTo>
                <a:lnTo>
                  <a:pt x="2310865" y="40825"/>
                </a:lnTo>
                <a:lnTo>
                  <a:pt x="2307436" y="66637"/>
                </a:lnTo>
                <a:close/>
              </a:path>
              <a:path w="2482215" h="2527300">
                <a:moveTo>
                  <a:pt x="63581" y="267955"/>
                </a:moveTo>
                <a:lnTo>
                  <a:pt x="38886" y="267607"/>
                </a:lnTo>
                <a:lnTo>
                  <a:pt x="9804" y="248175"/>
                </a:lnTo>
                <a:lnTo>
                  <a:pt x="0" y="224502"/>
                </a:lnTo>
                <a:lnTo>
                  <a:pt x="0" y="217098"/>
                </a:lnTo>
                <a:lnTo>
                  <a:pt x="5828" y="187794"/>
                </a:lnTo>
                <a:lnTo>
                  <a:pt x="25784" y="167837"/>
                </a:lnTo>
                <a:lnTo>
                  <a:pt x="53000" y="161014"/>
                </a:lnTo>
                <a:lnTo>
                  <a:pt x="63581" y="162061"/>
                </a:lnTo>
                <a:lnTo>
                  <a:pt x="82953" y="170087"/>
                </a:lnTo>
                <a:lnTo>
                  <a:pt x="97918" y="185054"/>
                </a:lnTo>
                <a:lnTo>
                  <a:pt x="105941" y="204427"/>
                </a:lnTo>
                <a:lnTo>
                  <a:pt x="105941" y="225591"/>
                </a:lnTo>
                <a:lnTo>
                  <a:pt x="97918" y="244963"/>
                </a:lnTo>
                <a:lnTo>
                  <a:pt x="82953" y="259930"/>
                </a:lnTo>
                <a:lnTo>
                  <a:pt x="63581" y="267955"/>
                </a:lnTo>
                <a:close/>
              </a:path>
              <a:path w="2482215" h="2527300">
                <a:moveTo>
                  <a:pt x="224287" y="265109"/>
                </a:moveTo>
                <a:lnTo>
                  <a:pt x="204256" y="265109"/>
                </a:lnTo>
                <a:lnTo>
                  <a:pt x="185923" y="257516"/>
                </a:lnTo>
                <a:lnTo>
                  <a:pt x="171760" y="243354"/>
                </a:lnTo>
                <a:lnTo>
                  <a:pt x="164166" y="225022"/>
                </a:lnTo>
                <a:lnTo>
                  <a:pt x="164448" y="204994"/>
                </a:lnTo>
                <a:lnTo>
                  <a:pt x="164495" y="201652"/>
                </a:lnTo>
                <a:lnTo>
                  <a:pt x="182886" y="174131"/>
                </a:lnTo>
                <a:lnTo>
                  <a:pt x="214274" y="163910"/>
                </a:lnTo>
                <a:lnTo>
                  <a:pt x="224288" y="164901"/>
                </a:lnTo>
                <a:lnTo>
                  <a:pt x="242620" y="172497"/>
                </a:lnTo>
                <a:lnTo>
                  <a:pt x="256782" y="186661"/>
                </a:lnTo>
                <a:lnTo>
                  <a:pt x="264374" y="204994"/>
                </a:lnTo>
                <a:lnTo>
                  <a:pt x="264373" y="225022"/>
                </a:lnTo>
                <a:lnTo>
                  <a:pt x="256780" y="243354"/>
                </a:lnTo>
                <a:lnTo>
                  <a:pt x="242618" y="257516"/>
                </a:lnTo>
                <a:lnTo>
                  <a:pt x="224287" y="265109"/>
                </a:lnTo>
                <a:close/>
              </a:path>
              <a:path w="2482215" h="2527300">
                <a:moveTo>
                  <a:pt x="366101" y="262269"/>
                </a:moveTo>
                <a:lnTo>
                  <a:pt x="341468" y="249087"/>
                </a:lnTo>
                <a:lnTo>
                  <a:pt x="328287" y="224455"/>
                </a:lnTo>
                <a:lnTo>
                  <a:pt x="331021" y="196566"/>
                </a:lnTo>
                <a:lnTo>
                  <a:pt x="348808" y="174911"/>
                </a:lnTo>
                <a:lnTo>
                  <a:pt x="375547" y="166813"/>
                </a:lnTo>
                <a:lnTo>
                  <a:pt x="388145" y="168058"/>
                </a:lnTo>
                <a:lnTo>
                  <a:pt x="414107" y="185403"/>
                </a:lnTo>
                <a:lnTo>
                  <a:pt x="423750" y="208679"/>
                </a:lnTo>
                <a:lnTo>
                  <a:pt x="417657" y="239302"/>
                </a:lnTo>
                <a:lnTo>
                  <a:pt x="399841" y="257115"/>
                </a:lnTo>
                <a:lnTo>
                  <a:pt x="366101" y="262269"/>
                </a:lnTo>
                <a:close/>
              </a:path>
              <a:path w="2482215" h="2527300">
                <a:moveTo>
                  <a:pt x="524987" y="259138"/>
                </a:moveTo>
                <a:lnTo>
                  <a:pt x="497247" y="237841"/>
                </a:lnTo>
                <a:lnTo>
                  <a:pt x="492693" y="203168"/>
                </a:lnTo>
                <a:lnTo>
                  <a:pt x="508999" y="178769"/>
                </a:lnTo>
                <a:lnTo>
                  <a:pt x="536828" y="169709"/>
                </a:lnTo>
                <a:lnTo>
                  <a:pt x="554163" y="173157"/>
                </a:lnTo>
                <a:lnTo>
                  <a:pt x="574516" y="189876"/>
                </a:lnTo>
                <a:lnTo>
                  <a:pt x="582128" y="215009"/>
                </a:lnTo>
                <a:lnTo>
                  <a:pt x="574516" y="240140"/>
                </a:lnTo>
                <a:lnTo>
                  <a:pt x="554163" y="256859"/>
                </a:lnTo>
                <a:lnTo>
                  <a:pt x="524987" y="259138"/>
                </a:lnTo>
                <a:close/>
              </a:path>
              <a:path w="2482215" h="2527300">
                <a:moveTo>
                  <a:pt x="698102" y="257145"/>
                </a:moveTo>
                <a:lnTo>
                  <a:pt x="674720" y="250065"/>
                </a:lnTo>
                <a:lnTo>
                  <a:pt x="659166" y="231133"/>
                </a:lnTo>
                <a:lnTo>
                  <a:pt x="655957" y="209474"/>
                </a:lnTo>
                <a:lnTo>
                  <a:pt x="672214" y="181293"/>
                </a:lnTo>
                <a:lnTo>
                  <a:pt x="698102" y="172865"/>
                </a:lnTo>
                <a:lnTo>
                  <a:pt x="706361" y="173682"/>
                </a:lnTo>
                <a:lnTo>
                  <a:pt x="727898" y="185210"/>
                </a:lnTo>
                <a:lnTo>
                  <a:pt x="739422" y="206749"/>
                </a:lnTo>
                <a:lnTo>
                  <a:pt x="737030" y="231133"/>
                </a:lnTo>
                <a:lnTo>
                  <a:pt x="721478" y="250065"/>
                </a:lnTo>
                <a:lnTo>
                  <a:pt x="698102" y="257145"/>
                </a:lnTo>
                <a:close/>
              </a:path>
              <a:path w="2482215" h="2527300">
                <a:moveTo>
                  <a:pt x="851685" y="253488"/>
                </a:moveTo>
                <a:lnTo>
                  <a:pt x="831628" y="242755"/>
                </a:lnTo>
                <a:lnTo>
                  <a:pt x="820896" y="222700"/>
                </a:lnTo>
                <a:lnTo>
                  <a:pt x="823122" y="199992"/>
                </a:lnTo>
                <a:lnTo>
                  <a:pt x="837605" y="182361"/>
                </a:lnTo>
                <a:lnTo>
                  <a:pt x="859376" y="175768"/>
                </a:lnTo>
                <a:lnTo>
                  <a:pt x="864529" y="175768"/>
                </a:lnTo>
                <a:lnTo>
                  <a:pt x="890771" y="190903"/>
                </a:lnTo>
                <a:lnTo>
                  <a:pt x="898623" y="220163"/>
                </a:lnTo>
                <a:lnTo>
                  <a:pt x="883482" y="246401"/>
                </a:lnTo>
                <a:lnTo>
                  <a:pt x="851685" y="253488"/>
                </a:lnTo>
                <a:close/>
              </a:path>
              <a:path w="2482215" h="2527300">
                <a:moveTo>
                  <a:pt x="1027780" y="250648"/>
                </a:moveTo>
                <a:lnTo>
                  <a:pt x="1002335" y="246763"/>
                </a:lnTo>
                <a:lnTo>
                  <a:pt x="985245" y="224508"/>
                </a:lnTo>
                <a:lnTo>
                  <a:pt x="991577" y="192682"/>
                </a:lnTo>
                <a:lnTo>
                  <a:pt x="1020657" y="178663"/>
                </a:lnTo>
                <a:lnTo>
                  <a:pt x="1040820" y="184770"/>
                </a:lnTo>
                <a:lnTo>
                  <a:pt x="1054235" y="201100"/>
                </a:lnTo>
                <a:lnTo>
                  <a:pt x="1056297" y="222133"/>
                </a:lnTo>
                <a:lnTo>
                  <a:pt x="1046356" y="240709"/>
                </a:lnTo>
                <a:lnTo>
                  <a:pt x="1027780" y="250648"/>
                </a:lnTo>
                <a:close/>
              </a:path>
              <a:path w="2482215" h="2527300">
                <a:moveTo>
                  <a:pt x="1175374" y="247808"/>
                </a:moveTo>
                <a:lnTo>
                  <a:pt x="1154101" y="233566"/>
                </a:lnTo>
                <a:lnTo>
                  <a:pt x="1149130" y="208453"/>
                </a:lnTo>
                <a:lnTo>
                  <a:pt x="1163372" y="187180"/>
                </a:lnTo>
                <a:lnTo>
                  <a:pt x="1181930" y="181560"/>
                </a:lnTo>
                <a:lnTo>
                  <a:pt x="1188485" y="182209"/>
                </a:lnTo>
                <a:lnTo>
                  <a:pt x="1209757" y="196451"/>
                </a:lnTo>
                <a:lnTo>
                  <a:pt x="1214724" y="221565"/>
                </a:lnTo>
                <a:lnTo>
                  <a:pt x="1200485" y="242837"/>
                </a:lnTo>
                <a:lnTo>
                  <a:pt x="1175374" y="247808"/>
                </a:lnTo>
                <a:close/>
              </a:path>
              <a:path w="2482215" h="2527300">
                <a:moveTo>
                  <a:pt x="1339197" y="245561"/>
                </a:moveTo>
                <a:lnTo>
                  <a:pt x="1316508" y="230408"/>
                </a:lnTo>
                <a:lnTo>
                  <a:pt x="1316508" y="199609"/>
                </a:lnTo>
                <a:lnTo>
                  <a:pt x="1343200" y="184456"/>
                </a:lnTo>
                <a:lnTo>
                  <a:pt x="1351190" y="185245"/>
                </a:lnTo>
                <a:lnTo>
                  <a:pt x="1372970" y="207024"/>
                </a:lnTo>
                <a:lnTo>
                  <a:pt x="1367650" y="233776"/>
                </a:lnTo>
                <a:lnTo>
                  <a:pt x="1339197" y="245561"/>
                </a:lnTo>
                <a:close/>
              </a:path>
              <a:path w="2482215" h="2527300">
                <a:moveTo>
                  <a:pt x="1504487" y="242664"/>
                </a:moveTo>
                <a:lnTo>
                  <a:pt x="1482354" y="231996"/>
                </a:lnTo>
                <a:lnTo>
                  <a:pt x="1480315" y="201068"/>
                </a:lnTo>
                <a:lnTo>
                  <a:pt x="1504487" y="187353"/>
                </a:lnTo>
                <a:lnTo>
                  <a:pt x="1518853" y="190269"/>
                </a:lnTo>
                <a:lnTo>
                  <a:pt x="1532144" y="207675"/>
                </a:lnTo>
                <a:lnTo>
                  <a:pt x="1529215" y="229375"/>
                </a:lnTo>
                <a:lnTo>
                  <a:pt x="1518853" y="239748"/>
                </a:lnTo>
                <a:lnTo>
                  <a:pt x="1504487" y="242664"/>
                </a:lnTo>
                <a:close/>
              </a:path>
              <a:path w="2482215" h="2527300">
                <a:moveTo>
                  <a:pt x="1672317" y="239763"/>
                </a:moveTo>
                <a:lnTo>
                  <a:pt x="1652891" y="237155"/>
                </a:lnTo>
                <a:lnTo>
                  <a:pt x="1640990" y="221575"/>
                </a:lnTo>
                <a:lnTo>
                  <a:pt x="1641639" y="208537"/>
                </a:lnTo>
                <a:lnTo>
                  <a:pt x="1665755" y="190248"/>
                </a:lnTo>
                <a:lnTo>
                  <a:pt x="1685571" y="199798"/>
                </a:lnTo>
                <a:lnTo>
                  <a:pt x="1687906" y="227870"/>
                </a:lnTo>
                <a:lnTo>
                  <a:pt x="1672317" y="239763"/>
                </a:lnTo>
                <a:close/>
              </a:path>
              <a:path w="2482215" h="2527300">
                <a:moveTo>
                  <a:pt x="1821240" y="236866"/>
                </a:moveTo>
                <a:lnTo>
                  <a:pt x="1807486" y="226365"/>
                </a:lnTo>
                <a:lnTo>
                  <a:pt x="1805169" y="212138"/>
                </a:lnTo>
                <a:lnTo>
                  <a:pt x="1827023" y="193144"/>
                </a:lnTo>
                <a:lnTo>
                  <a:pt x="1832751" y="193709"/>
                </a:lnTo>
                <a:lnTo>
                  <a:pt x="1848322" y="220722"/>
                </a:lnTo>
                <a:lnTo>
                  <a:pt x="1821240" y="236866"/>
                </a:lnTo>
                <a:close/>
              </a:path>
              <a:path w="2482215" h="2527300">
                <a:moveTo>
                  <a:pt x="1988310" y="233971"/>
                </a:moveTo>
                <a:lnTo>
                  <a:pt x="1969829" y="219964"/>
                </a:lnTo>
                <a:lnTo>
                  <a:pt x="1988310" y="196047"/>
                </a:lnTo>
                <a:lnTo>
                  <a:pt x="1993331" y="196047"/>
                </a:lnTo>
                <a:lnTo>
                  <a:pt x="2005271" y="205157"/>
                </a:lnTo>
                <a:lnTo>
                  <a:pt x="2007263" y="219964"/>
                </a:lnTo>
                <a:lnTo>
                  <a:pt x="1998171" y="231970"/>
                </a:lnTo>
                <a:lnTo>
                  <a:pt x="1988310" y="233971"/>
                </a:lnTo>
                <a:close/>
              </a:path>
              <a:path w="2482215" h="2527300">
                <a:moveTo>
                  <a:pt x="2157790" y="229142"/>
                </a:moveTo>
                <a:lnTo>
                  <a:pt x="2141384" y="229142"/>
                </a:lnTo>
                <a:lnTo>
                  <a:pt x="2133785" y="215009"/>
                </a:lnTo>
                <a:lnTo>
                  <a:pt x="2149597" y="199203"/>
                </a:lnTo>
                <a:lnTo>
                  <a:pt x="2153786" y="199203"/>
                </a:lnTo>
                <a:lnTo>
                  <a:pt x="2163722" y="206798"/>
                </a:lnTo>
                <a:lnTo>
                  <a:pt x="2165390" y="219199"/>
                </a:lnTo>
                <a:lnTo>
                  <a:pt x="2157790" y="229142"/>
                </a:lnTo>
                <a:close/>
              </a:path>
              <a:path w="2482215" h="2527300">
                <a:moveTo>
                  <a:pt x="2307436" y="227911"/>
                </a:moveTo>
                <a:lnTo>
                  <a:pt x="2297963" y="215009"/>
                </a:lnTo>
                <a:lnTo>
                  <a:pt x="2310865" y="202099"/>
                </a:lnTo>
                <a:lnTo>
                  <a:pt x="2307436" y="227911"/>
                </a:lnTo>
                <a:close/>
              </a:path>
              <a:path w="2482215" h="2527300">
                <a:moveTo>
                  <a:pt x="2472133" y="225016"/>
                </a:moveTo>
                <a:lnTo>
                  <a:pt x="2472133" y="205002"/>
                </a:lnTo>
                <a:lnTo>
                  <a:pt x="2482143" y="212355"/>
                </a:lnTo>
                <a:lnTo>
                  <a:pt x="2472133" y="225016"/>
                </a:lnTo>
                <a:close/>
              </a:path>
              <a:path w="2482215" h="2527300">
                <a:moveTo>
                  <a:pt x="63581" y="429229"/>
                </a:moveTo>
                <a:lnTo>
                  <a:pt x="38886" y="428881"/>
                </a:lnTo>
                <a:lnTo>
                  <a:pt x="9804" y="409449"/>
                </a:lnTo>
                <a:lnTo>
                  <a:pt x="0" y="385775"/>
                </a:lnTo>
                <a:lnTo>
                  <a:pt x="0" y="378370"/>
                </a:lnTo>
                <a:lnTo>
                  <a:pt x="5826" y="349068"/>
                </a:lnTo>
                <a:lnTo>
                  <a:pt x="25784" y="329109"/>
                </a:lnTo>
                <a:lnTo>
                  <a:pt x="53000" y="322288"/>
                </a:lnTo>
                <a:lnTo>
                  <a:pt x="63581" y="323335"/>
                </a:lnTo>
                <a:lnTo>
                  <a:pt x="82953" y="331361"/>
                </a:lnTo>
                <a:lnTo>
                  <a:pt x="97918" y="346327"/>
                </a:lnTo>
                <a:lnTo>
                  <a:pt x="105941" y="365700"/>
                </a:lnTo>
                <a:lnTo>
                  <a:pt x="105941" y="386864"/>
                </a:lnTo>
                <a:lnTo>
                  <a:pt x="97918" y="406237"/>
                </a:lnTo>
                <a:lnTo>
                  <a:pt x="82953" y="421204"/>
                </a:lnTo>
                <a:lnTo>
                  <a:pt x="63581" y="429229"/>
                </a:lnTo>
                <a:close/>
              </a:path>
              <a:path w="2482215" h="2527300">
                <a:moveTo>
                  <a:pt x="207563" y="427381"/>
                </a:moveTo>
                <a:lnTo>
                  <a:pt x="182886" y="417160"/>
                </a:lnTo>
                <a:lnTo>
                  <a:pt x="164495" y="389637"/>
                </a:lnTo>
                <a:lnTo>
                  <a:pt x="167065" y="356729"/>
                </a:lnTo>
                <a:lnTo>
                  <a:pt x="178142" y="340154"/>
                </a:lnTo>
                <a:lnTo>
                  <a:pt x="194720" y="329078"/>
                </a:lnTo>
                <a:lnTo>
                  <a:pt x="214274" y="325191"/>
                </a:lnTo>
                <a:lnTo>
                  <a:pt x="233817" y="329078"/>
                </a:lnTo>
                <a:lnTo>
                  <a:pt x="250397" y="340154"/>
                </a:lnTo>
                <a:lnTo>
                  <a:pt x="261474" y="356729"/>
                </a:lnTo>
                <a:lnTo>
                  <a:pt x="265364" y="376281"/>
                </a:lnTo>
                <a:lnTo>
                  <a:pt x="261476" y="395835"/>
                </a:lnTo>
                <a:lnTo>
                  <a:pt x="250401" y="412413"/>
                </a:lnTo>
                <a:lnTo>
                  <a:pt x="233826" y="423490"/>
                </a:lnTo>
                <a:lnTo>
                  <a:pt x="207563" y="427381"/>
                </a:lnTo>
                <a:close/>
              </a:path>
              <a:path w="2482215" h="2527300">
                <a:moveTo>
                  <a:pt x="369217" y="424484"/>
                </a:moveTo>
                <a:lnTo>
                  <a:pt x="345941" y="414841"/>
                </a:lnTo>
                <a:lnTo>
                  <a:pt x="328596" y="388881"/>
                </a:lnTo>
                <a:lnTo>
                  <a:pt x="331021" y="357839"/>
                </a:lnTo>
                <a:lnTo>
                  <a:pt x="348808" y="336185"/>
                </a:lnTo>
                <a:lnTo>
                  <a:pt x="375547" y="328086"/>
                </a:lnTo>
                <a:lnTo>
                  <a:pt x="388145" y="329332"/>
                </a:lnTo>
                <a:lnTo>
                  <a:pt x="414107" y="346677"/>
                </a:lnTo>
                <a:lnTo>
                  <a:pt x="423750" y="369953"/>
                </a:lnTo>
                <a:lnTo>
                  <a:pt x="417659" y="400577"/>
                </a:lnTo>
                <a:lnTo>
                  <a:pt x="399841" y="418395"/>
                </a:lnTo>
                <a:lnTo>
                  <a:pt x="369217" y="424484"/>
                </a:lnTo>
                <a:close/>
              </a:path>
              <a:path w="2482215" h="2527300">
                <a:moveTo>
                  <a:pt x="524987" y="420411"/>
                </a:moveTo>
                <a:lnTo>
                  <a:pt x="497247" y="399115"/>
                </a:lnTo>
                <a:lnTo>
                  <a:pt x="492693" y="364442"/>
                </a:lnTo>
                <a:lnTo>
                  <a:pt x="508999" y="340042"/>
                </a:lnTo>
                <a:lnTo>
                  <a:pt x="536828" y="330984"/>
                </a:lnTo>
                <a:lnTo>
                  <a:pt x="554163" y="334432"/>
                </a:lnTo>
                <a:lnTo>
                  <a:pt x="574516" y="351151"/>
                </a:lnTo>
                <a:lnTo>
                  <a:pt x="582128" y="376281"/>
                </a:lnTo>
                <a:lnTo>
                  <a:pt x="574516" y="401415"/>
                </a:lnTo>
                <a:lnTo>
                  <a:pt x="554163" y="418133"/>
                </a:lnTo>
                <a:lnTo>
                  <a:pt x="524987" y="420411"/>
                </a:lnTo>
                <a:close/>
              </a:path>
              <a:path w="2482215" h="2527300">
                <a:moveTo>
                  <a:pt x="698102" y="418426"/>
                </a:moveTo>
                <a:lnTo>
                  <a:pt x="676861" y="413100"/>
                </a:lnTo>
                <a:lnTo>
                  <a:pt x="657047" y="387298"/>
                </a:lnTo>
                <a:lnTo>
                  <a:pt x="659167" y="360156"/>
                </a:lnTo>
                <a:lnTo>
                  <a:pt x="674721" y="341224"/>
                </a:lnTo>
                <a:lnTo>
                  <a:pt x="698102" y="334146"/>
                </a:lnTo>
                <a:lnTo>
                  <a:pt x="706360" y="334963"/>
                </a:lnTo>
                <a:lnTo>
                  <a:pt x="727896" y="346487"/>
                </a:lnTo>
                <a:lnTo>
                  <a:pt x="739421" y="368023"/>
                </a:lnTo>
                <a:lnTo>
                  <a:pt x="737032" y="392409"/>
                </a:lnTo>
                <a:lnTo>
                  <a:pt x="721480" y="411344"/>
                </a:lnTo>
                <a:lnTo>
                  <a:pt x="698102" y="418426"/>
                </a:lnTo>
                <a:close/>
              </a:path>
              <a:path w="2482215" h="2527300">
                <a:moveTo>
                  <a:pt x="869634" y="414517"/>
                </a:moveTo>
                <a:lnTo>
                  <a:pt x="839597" y="410568"/>
                </a:lnTo>
                <a:lnTo>
                  <a:pt x="821148" y="386539"/>
                </a:lnTo>
                <a:lnTo>
                  <a:pt x="823122" y="361266"/>
                </a:lnTo>
                <a:lnTo>
                  <a:pt x="837605" y="343635"/>
                </a:lnTo>
                <a:lnTo>
                  <a:pt x="859376" y="337041"/>
                </a:lnTo>
                <a:lnTo>
                  <a:pt x="879156" y="342000"/>
                </a:lnTo>
                <a:lnTo>
                  <a:pt x="897607" y="366025"/>
                </a:lnTo>
                <a:lnTo>
                  <a:pt x="893665" y="396064"/>
                </a:lnTo>
                <a:lnTo>
                  <a:pt x="869634" y="414517"/>
                </a:lnTo>
                <a:close/>
              </a:path>
              <a:path w="2482215" h="2527300">
                <a:moveTo>
                  <a:pt x="1027780" y="411922"/>
                </a:moveTo>
                <a:lnTo>
                  <a:pt x="1002335" y="408036"/>
                </a:lnTo>
                <a:lnTo>
                  <a:pt x="985245" y="385783"/>
                </a:lnTo>
                <a:lnTo>
                  <a:pt x="991577" y="353956"/>
                </a:lnTo>
                <a:lnTo>
                  <a:pt x="1020657" y="339937"/>
                </a:lnTo>
                <a:lnTo>
                  <a:pt x="1040820" y="346045"/>
                </a:lnTo>
                <a:lnTo>
                  <a:pt x="1054235" y="362374"/>
                </a:lnTo>
                <a:lnTo>
                  <a:pt x="1056297" y="383406"/>
                </a:lnTo>
                <a:lnTo>
                  <a:pt x="1046356" y="401982"/>
                </a:lnTo>
                <a:lnTo>
                  <a:pt x="1027780" y="411922"/>
                </a:lnTo>
                <a:close/>
              </a:path>
              <a:path w="2482215" h="2527300">
                <a:moveTo>
                  <a:pt x="1175374" y="409082"/>
                </a:moveTo>
                <a:lnTo>
                  <a:pt x="1154101" y="394839"/>
                </a:lnTo>
                <a:lnTo>
                  <a:pt x="1149130" y="369726"/>
                </a:lnTo>
                <a:lnTo>
                  <a:pt x="1163372" y="348453"/>
                </a:lnTo>
                <a:lnTo>
                  <a:pt x="1181930" y="342834"/>
                </a:lnTo>
                <a:lnTo>
                  <a:pt x="1188485" y="343483"/>
                </a:lnTo>
                <a:lnTo>
                  <a:pt x="1209757" y="357725"/>
                </a:lnTo>
                <a:lnTo>
                  <a:pt x="1214724" y="382838"/>
                </a:lnTo>
                <a:lnTo>
                  <a:pt x="1200485" y="404111"/>
                </a:lnTo>
                <a:lnTo>
                  <a:pt x="1175374" y="409082"/>
                </a:lnTo>
                <a:close/>
              </a:path>
              <a:path w="2482215" h="2527300">
                <a:moveTo>
                  <a:pt x="1339197" y="406835"/>
                </a:moveTo>
                <a:lnTo>
                  <a:pt x="1316508" y="391681"/>
                </a:lnTo>
                <a:lnTo>
                  <a:pt x="1316508" y="360883"/>
                </a:lnTo>
                <a:lnTo>
                  <a:pt x="1343200" y="345729"/>
                </a:lnTo>
                <a:lnTo>
                  <a:pt x="1351190" y="346519"/>
                </a:lnTo>
                <a:lnTo>
                  <a:pt x="1372970" y="368298"/>
                </a:lnTo>
                <a:lnTo>
                  <a:pt x="1367650" y="395050"/>
                </a:lnTo>
                <a:lnTo>
                  <a:pt x="1339197" y="406835"/>
                </a:lnTo>
                <a:close/>
              </a:path>
              <a:path w="2482215" h="2527300">
                <a:moveTo>
                  <a:pt x="1504487" y="403940"/>
                </a:moveTo>
                <a:lnTo>
                  <a:pt x="1482354" y="393270"/>
                </a:lnTo>
                <a:lnTo>
                  <a:pt x="1480315" y="362344"/>
                </a:lnTo>
                <a:lnTo>
                  <a:pt x="1504487" y="348627"/>
                </a:lnTo>
                <a:lnTo>
                  <a:pt x="1518853" y="351542"/>
                </a:lnTo>
                <a:lnTo>
                  <a:pt x="1532144" y="368948"/>
                </a:lnTo>
                <a:lnTo>
                  <a:pt x="1529215" y="390651"/>
                </a:lnTo>
                <a:lnTo>
                  <a:pt x="1518853" y="401024"/>
                </a:lnTo>
                <a:lnTo>
                  <a:pt x="1504487" y="403940"/>
                </a:lnTo>
                <a:close/>
              </a:path>
              <a:path w="2482215" h="2527300">
                <a:moveTo>
                  <a:pt x="1653280" y="397915"/>
                </a:moveTo>
                <a:lnTo>
                  <a:pt x="1640990" y="369716"/>
                </a:lnTo>
                <a:lnTo>
                  <a:pt x="1652891" y="354136"/>
                </a:lnTo>
                <a:lnTo>
                  <a:pt x="1665764" y="351528"/>
                </a:lnTo>
                <a:lnTo>
                  <a:pt x="1672317" y="351528"/>
                </a:lnTo>
                <a:lnTo>
                  <a:pt x="1687906" y="363421"/>
                </a:lnTo>
                <a:lnTo>
                  <a:pt x="1690520" y="376281"/>
                </a:lnTo>
                <a:lnTo>
                  <a:pt x="1680974" y="396091"/>
                </a:lnTo>
                <a:lnTo>
                  <a:pt x="1653280" y="397915"/>
                </a:lnTo>
                <a:close/>
              </a:path>
              <a:path w="2482215" h="2527300">
                <a:moveTo>
                  <a:pt x="1821314" y="397580"/>
                </a:moveTo>
                <a:lnTo>
                  <a:pt x="1805169" y="370485"/>
                </a:lnTo>
                <a:lnTo>
                  <a:pt x="1815679" y="356729"/>
                </a:lnTo>
                <a:lnTo>
                  <a:pt x="1827023" y="354425"/>
                </a:lnTo>
                <a:lnTo>
                  <a:pt x="1832751" y="354990"/>
                </a:lnTo>
                <a:lnTo>
                  <a:pt x="1848340" y="381998"/>
                </a:lnTo>
                <a:lnTo>
                  <a:pt x="1821314" y="397580"/>
                </a:lnTo>
                <a:close/>
              </a:path>
              <a:path w="2482215" h="2527300">
                <a:moveTo>
                  <a:pt x="1988310" y="395244"/>
                </a:moveTo>
                <a:lnTo>
                  <a:pt x="1969829" y="381240"/>
                </a:lnTo>
                <a:lnTo>
                  <a:pt x="1988310" y="357320"/>
                </a:lnTo>
                <a:lnTo>
                  <a:pt x="1993331" y="357320"/>
                </a:lnTo>
                <a:lnTo>
                  <a:pt x="2005271" y="366431"/>
                </a:lnTo>
                <a:lnTo>
                  <a:pt x="2007263" y="381240"/>
                </a:lnTo>
                <a:lnTo>
                  <a:pt x="1998171" y="393246"/>
                </a:lnTo>
                <a:lnTo>
                  <a:pt x="1988310" y="395244"/>
                </a:lnTo>
                <a:close/>
              </a:path>
              <a:path w="2482215" h="2527300">
                <a:moveTo>
                  <a:pt x="2149597" y="392087"/>
                </a:moveTo>
                <a:lnTo>
                  <a:pt x="2135453" y="368073"/>
                </a:lnTo>
                <a:lnTo>
                  <a:pt x="2149597" y="360483"/>
                </a:lnTo>
                <a:lnTo>
                  <a:pt x="2153783" y="360483"/>
                </a:lnTo>
                <a:lnTo>
                  <a:pt x="2163719" y="368073"/>
                </a:lnTo>
                <a:lnTo>
                  <a:pt x="2163722" y="384493"/>
                </a:lnTo>
                <a:lnTo>
                  <a:pt x="2149597" y="392087"/>
                </a:lnTo>
                <a:close/>
              </a:path>
              <a:path w="2482215" h="2527300">
                <a:moveTo>
                  <a:pt x="2472133" y="386289"/>
                </a:moveTo>
                <a:lnTo>
                  <a:pt x="2472133" y="366275"/>
                </a:lnTo>
                <a:lnTo>
                  <a:pt x="2482143" y="373629"/>
                </a:lnTo>
                <a:lnTo>
                  <a:pt x="2472133" y="386289"/>
                </a:lnTo>
                <a:close/>
              </a:path>
              <a:path w="2482215" h="2527300">
                <a:moveTo>
                  <a:pt x="53000" y="591550"/>
                </a:moveTo>
                <a:lnTo>
                  <a:pt x="32334" y="587440"/>
                </a:lnTo>
                <a:lnTo>
                  <a:pt x="14818" y="575737"/>
                </a:lnTo>
                <a:lnTo>
                  <a:pt x="3115" y="558223"/>
                </a:lnTo>
                <a:lnTo>
                  <a:pt x="0" y="542563"/>
                </a:lnTo>
                <a:lnTo>
                  <a:pt x="0" y="533594"/>
                </a:lnTo>
                <a:lnTo>
                  <a:pt x="5826" y="510349"/>
                </a:lnTo>
                <a:lnTo>
                  <a:pt x="25784" y="490391"/>
                </a:lnTo>
                <a:lnTo>
                  <a:pt x="53000" y="483569"/>
                </a:lnTo>
                <a:lnTo>
                  <a:pt x="73660" y="487680"/>
                </a:lnTo>
                <a:lnTo>
                  <a:pt x="91176" y="499384"/>
                </a:lnTo>
                <a:lnTo>
                  <a:pt x="102878" y="516901"/>
                </a:lnTo>
                <a:lnTo>
                  <a:pt x="106988" y="537562"/>
                </a:lnTo>
                <a:lnTo>
                  <a:pt x="102876" y="558223"/>
                </a:lnTo>
                <a:lnTo>
                  <a:pt x="91172" y="575737"/>
                </a:lnTo>
                <a:lnTo>
                  <a:pt x="73659" y="587440"/>
                </a:lnTo>
                <a:lnTo>
                  <a:pt x="53000" y="591550"/>
                </a:lnTo>
                <a:close/>
              </a:path>
              <a:path w="2482215" h="2527300">
                <a:moveTo>
                  <a:pt x="224287" y="587664"/>
                </a:moveTo>
                <a:lnTo>
                  <a:pt x="204256" y="587664"/>
                </a:lnTo>
                <a:lnTo>
                  <a:pt x="185923" y="580071"/>
                </a:lnTo>
                <a:lnTo>
                  <a:pt x="171760" y="565908"/>
                </a:lnTo>
                <a:lnTo>
                  <a:pt x="164166" y="547576"/>
                </a:lnTo>
                <a:lnTo>
                  <a:pt x="164448" y="527548"/>
                </a:lnTo>
                <a:lnTo>
                  <a:pt x="164495" y="524209"/>
                </a:lnTo>
                <a:lnTo>
                  <a:pt x="182886" y="496686"/>
                </a:lnTo>
                <a:lnTo>
                  <a:pt x="214274" y="486465"/>
                </a:lnTo>
                <a:lnTo>
                  <a:pt x="224288" y="487456"/>
                </a:lnTo>
                <a:lnTo>
                  <a:pt x="242620" y="495051"/>
                </a:lnTo>
                <a:lnTo>
                  <a:pt x="256782" y="509215"/>
                </a:lnTo>
                <a:lnTo>
                  <a:pt x="264374" y="527548"/>
                </a:lnTo>
                <a:lnTo>
                  <a:pt x="264373" y="547576"/>
                </a:lnTo>
                <a:lnTo>
                  <a:pt x="256780" y="565908"/>
                </a:lnTo>
                <a:lnTo>
                  <a:pt x="242618" y="580071"/>
                </a:lnTo>
                <a:lnTo>
                  <a:pt x="224287" y="587664"/>
                </a:lnTo>
                <a:close/>
              </a:path>
              <a:path w="2482215" h="2527300">
                <a:moveTo>
                  <a:pt x="366101" y="584824"/>
                </a:moveTo>
                <a:lnTo>
                  <a:pt x="341468" y="571642"/>
                </a:lnTo>
                <a:lnTo>
                  <a:pt x="328287" y="547009"/>
                </a:lnTo>
                <a:lnTo>
                  <a:pt x="328508" y="531232"/>
                </a:lnTo>
                <a:lnTo>
                  <a:pt x="328596" y="524965"/>
                </a:lnTo>
                <a:lnTo>
                  <a:pt x="345941" y="499005"/>
                </a:lnTo>
                <a:lnTo>
                  <a:pt x="375547" y="489360"/>
                </a:lnTo>
                <a:lnTo>
                  <a:pt x="388145" y="490606"/>
                </a:lnTo>
                <a:lnTo>
                  <a:pt x="414109" y="507954"/>
                </a:lnTo>
                <a:lnTo>
                  <a:pt x="423750" y="531232"/>
                </a:lnTo>
                <a:lnTo>
                  <a:pt x="417657" y="561856"/>
                </a:lnTo>
                <a:lnTo>
                  <a:pt x="399841" y="579670"/>
                </a:lnTo>
                <a:lnTo>
                  <a:pt x="366101" y="584824"/>
                </a:lnTo>
                <a:close/>
              </a:path>
              <a:path w="2482215" h="2527300">
                <a:moveTo>
                  <a:pt x="524987" y="581692"/>
                </a:moveTo>
                <a:lnTo>
                  <a:pt x="497247" y="560396"/>
                </a:lnTo>
                <a:lnTo>
                  <a:pt x="492691" y="525721"/>
                </a:lnTo>
                <a:lnTo>
                  <a:pt x="508997" y="501318"/>
                </a:lnTo>
                <a:lnTo>
                  <a:pt x="536828" y="492257"/>
                </a:lnTo>
                <a:lnTo>
                  <a:pt x="564650" y="501318"/>
                </a:lnTo>
                <a:lnTo>
                  <a:pt x="582128" y="531614"/>
                </a:lnTo>
                <a:lnTo>
                  <a:pt x="574516" y="562694"/>
                </a:lnTo>
                <a:lnTo>
                  <a:pt x="554163" y="579414"/>
                </a:lnTo>
                <a:lnTo>
                  <a:pt x="524987" y="581692"/>
                </a:lnTo>
                <a:close/>
              </a:path>
              <a:path w="2482215" h="2527300">
                <a:moveTo>
                  <a:pt x="698102" y="579700"/>
                </a:moveTo>
                <a:lnTo>
                  <a:pt x="674720" y="572620"/>
                </a:lnTo>
                <a:lnTo>
                  <a:pt x="659166" y="553688"/>
                </a:lnTo>
                <a:lnTo>
                  <a:pt x="655957" y="532029"/>
                </a:lnTo>
                <a:lnTo>
                  <a:pt x="672214" y="503848"/>
                </a:lnTo>
                <a:lnTo>
                  <a:pt x="698102" y="495420"/>
                </a:lnTo>
                <a:lnTo>
                  <a:pt x="719341" y="500747"/>
                </a:lnTo>
                <a:lnTo>
                  <a:pt x="739149" y="526550"/>
                </a:lnTo>
                <a:lnTo>
                  <a:pt x="737030" y="553688"/>
                </a:lnTo>
                <a:lnTo>
                  <a:pt x="721478" y="572620"/>
                </a:lnTo>
                <a:lnTo>
                  <a:pt x="698102" y="579700"/>
                </a:lnTo>
                <a:close/>
              </a:path>
              <a:path w="2482215" h="2527300">
                <a:moveTo>
                  <a:pt x="869632" y="575790"/>
                </a:moveTo>
                <a:lnTo>
                  <a:pt x="844359" y="573817"/>
                </a:lnTo>
                <a:lnTo>
                  <a:pt x="826728" y="559333"/>
                </a:lnTo>
                <a:lnTo>
                  <a:pt x="820134" y="532409"/>
                </a:lnTo>
                <a:lnTo>
                  <a:pt x="835271" y="506167"/>
                </a:lnTo>
                <a:lnTo>
                  <a:pt x="859376" y="498315"/>
                </a:lnTo>
                <a:lnTo>
                  <a:pt x="879158" y="503273"/>
                </a:lnTo>
                <a:lnTo>
                  <a:pt x="897609" y="527304"/>
                </a:lnTo>
                <a:lnTo>
                  <a:pt x="893663" y="557343"/>
                </a:lnTo>
                <a:lnTo>
                  <a:pt x="869632" y="575790"/>
                </a:lnTo>
                <a:close/>
              </a:path>
              <a:path w="2482215" h="2527300">
                <a:moveTo>
                  <a:pt x="1027780" y="573203"/>
                </a:moveTo>
                <a:lnTo>
                  <a:pt x="1002335" y="569317"/>
                </a:lnTo>
                <a:lnTo>
                  <a:pt x="985245" y="547062"/>
                </a:lnTo>
                <a:lnTo>
                  <a:pt x="991575" y="515233"/>
                </a:lnTo>
                <a:lnTo>
                  <a:pt x="1020657" y="501212"/>
                </a:lnTo>
                <a:lnTo>
                  <a:pt x="1025430" y="501212"/>
                </a:lnTo>
                <a:lnTo>
                  <a:pt x="1049730" y="515233"/>
                </a:lnTo>
                <a:lnTo>
                  <a:pt x="1056297" y="544686"/>
                </a:lnTo>
                <a:lnTo>
                  <a:pt x="1046356" y="563262"/>
                </a:lnTo>
                <a:lnTo>
                  <a:pt x="1027780" y="573203"/>
                </a:lnTo>
                <a:close/>
              </a:path>
              <a:path w="2482215" h="2527300">
                <a:moveTo>
                  <a:pt x="1175374" y="570363"/>
                </a:moveTo>
                <a:lnTo>
                  <a:pt x="1154101" y="556121"/>
                </a:lnTo>
                <a:lnTo>
                  <a:pt x="1148481" y="537562"/>
                </a:lnTo>
                <a:lnTo>
                  <a:pt x="1155169" y="517013"/>
                </a:lnTo>
                <a:lnTo>
                  <a:pt x="1181930" y="504108"/>
                </a:lnTo>
                <a:lnTo>
                  <a:pt x="1186324" y="504108"/>
                </a:lnTo>
                <a:lnTo>
                  <a:pt x="1208699" y="517013"/>
                </a:lnTo>
                <a:lnTo>
                  <a:pt x="1214724" y="544119"/>
                </a:lnTo>
                <a:lnTo>
                  <a:pt x="1200485" y="565392"/>
                </a:lnTo>
                <a:lnTo>
                  <a:pt x="1175374" y="570363"/>
                </a:lnTo>
                <a:close/>
              </a:path>
              <a:path w="2482215" h="2527300">
                <a:moveTo>
                  <a:pt x="1351301" y="568109"/>
                </a:moveTo>
                <a:lnTo>
                  <a:pt x="1327333" y="564891"/>
                </a:lnTo>
                <a:lnTo>
                  <a:pt x="1312652" y="545665"/>
                </a:lnTo>
                <a:lnTo>
                  <a:pt x="1316508" y="522164"/>
                </a:lnTo>
                <a:lnTo>
                  <a:pt x="1343200" y="507010"/>
                </a:lnTo>
                <a:lnTo>
                  <a:pt x="1347223" y="507010"/>
                </a:lnTo>
                <a:lnTo>
                  <a:pt x="1369893" y="522164"/>
                </a:lnTo>
                <a:lnTo>
                  <a:pt x="1370542" y="553435"/>
                </a:lnTo>
                <a:lnTo>
                  <a:pt x="1351301" y="568109"/>
                </a:lnTo>
                <a:close/>
              </a:path>
              <a:path w="2482215" h="2527300">
                <a:moveTo>
                  <a:pt x="1511809" y="565212"/>
                </a:moveTo>
                <a:lnTo>
                  <a:pt x="1490121" y="562301"/>
                </a:lnTo>
                <a:lnTo>
                  <a:pt x="1476831" y="544897"/>
                </a:lnTo>
                <a:lnTo>
                  <a:pt x="1480315" y="523623"/>
                </a:lnTo>
                <a:lnTo>
                  <a:pt x="1504487" y="509906"/>
                </a:lnTo>
                <a:lnTo>
                  <a:pt x="1518853" y="512822"/>
                </a:lnTo>
                <a:lnTo>
                  <a:pt x="1532144" y="530229"/>
                </a:lnTo>
                <a:lnTo>
                  <a:pt x="1529215" y="551928"/>
                </a:lnTo>
                <a:lnTo>
                  <a:pt x="1511809" y="565212"/>
                </a:lnTo>
                <a:close/>
              </a:path>
              <a:path w="2482215" h="2527300">
                <a:moveTo>
                  <a:pt x="1672317" y="562316"/>
                </a:moveTo>
                <a:lnTo>
                  <a:pt x="1652891" y="559710"/>
                </a:lnTo>
                <a:lnTo>
                  <a:pt x="1640990" y="544128"/>
                </a:lnTo>
                <a:lnTo>
                  <a:pt x="1641764" y="530997"/>
                </a:lnTo>
                <a:lnTo>
                  <a:pt x="1665755" y="512803"/>
                </a:lnTo>
                <a:lnTo>
                  <a:pt x="1678620" y="515413"/>
                </a:lnTo>
                <a:lnTo>
                  <a:pt x="1690520" y="530997"/>
                </a:lnTo>
                <a:lnTo>
                  <a:pt x="1687906" y="550423"/>
                </a:lnTo>
                <a:lnTo>
                  <a:pt x="1672317" y="562316"/>
                </a:lnTo>
                <a:close/>
              </a:path>
              <a:path w="2482215" h="2527300">
                <a:moveTo>
                  <a:pt x="1821240" y="559419"/>
                </a:moveTo>
                <a:lnTo>
                  <a:pt x="1807486" y="548918"/>
                </a:lnTo>
                <a:lnTo>
                  <a:pt x="1805169" y="534693"/>
                </a:lnTo>
                <a:lnTo>
                  <a:pt x="1827023" y="515699"/>
                </a:lnTo>
                <a:lnTo>
                  <a:pt x="1832751" y="516264"/>
                </a:lnTo>
                <a:lnTo>
                  <a:pt x="1848322" y="543277"/>
                </a:lnTo>
                <a:lnTo>
                  <a:pt x="1821240" y="559419"/>
                </a:lnTo>
                <a:close/>
              </a:path>
              <a:path w="2482215" h="2527300">
                <a:moveTo>
                  <a:pt x="1988310" y="556525"/>
                </a:moveTo>
                <a:lnTo>
                  <a:pt x="1969829" y="542521"/>
                </a:lnTo>
                <a:lnTo>
                  <a:pt x="1988310" y="518594"/>
                </a:lnTo>
                <a:lnTo>
                  <a:pt x="1990811" y="518594"/>
                </a:lnTo>
                <a:lnTo>
                  <a:pt x="2007225" y="542521"/>
                </a:lnTo>
                <a:lnTo>
                  <a:pt x="1998171" y="554525"/>
                </a:lnTo>
                <a:lnTo>
                  <a:pt x="1988310" y="556525"/>
                </a:lnTo>
                <a:close/>
              </a:path>
              <a:path w="2482215" h="2527300">
                <a:moveTo>
                  <a:pt x="2157790" y="551697"/>
                </a:moveTo>
                <a:lnTo>
                  <a:pt x="2141384" y="551697"/>
                </a:lnTo>
                <a:lnTo>
                  <a:pt x="2133785" y="537562"/>
                </a:lnTo>
                <a:lnTo>
                  <a:pt x="2149597" y="521758"/>
                </a:lnTo>
                <a:lnTo>
                  <a:pt x="2153786" y="521758"/>
                </a:lnTo>
                <a:lnTo>
                  <a:pt x="2163722" y="529353"/>
                </a:lnTo>
                <a:lnTo>
                  <a:pt x="2165390" y="541754"/>
                </a:lnTo>
                <a:lnTo>
                  <a:pt x="2157790" y="551697"/>
                </a:lnTo>
                <a:close/>
              </a:path>
              <a:path w="2482215" h="2527300">
                <a:moveTo>
                  <a:pt x="2307436" y="550466"/>
                </a:moveTo>
                <a:lnTo>
                  <a:pt x="2297963" y="537562"/>
                </a:lnTo>
                <a:lnTo>
                  <a:pt x="2310865" y="524654"/>
                </a:lnTo>
                <a:lnTo>
                  <a:pt x="2307436" y="550466"/>
                </a:lnTo>
                <a:close/>
              </a:path>
              <a:path w="2482215" h="2527300">
                <a:moveTo>
                  <a:pt x="63581" y="751784"/>
                </a:moveTo>
                <a:lnTo>
                  <a:pt x="38886" y="751435"/>
                </a:lnTo>
                <a:lnTo>
                  <a:pt x="9804" y="732004"/>
                </a:lnTo>
                <a:lnTo>
                  <a:pt x="0" y="708330"/>
                </a:lnTo>
                <a:lnTo>
                  <a:pt x="0" y="700926"/>
                </a:lnTo>
                <a:lnTo>
                  <a:pt x="5828" y="671623"/>
                </a:lnTo>
                <a:lnTo>
                  <a:pt x="25784" y="651664"/>
                </a:lnTo>
                <a:lnTo>
                  <a:pt x="53000" y="644843"/>
                </a:lnTo>
                <a:lnTo>
                  <a:pt x="63581" y="645890"/>
                </a:lnTo>
                <a:lnTo>
                  <a:pt x="82953" y="653916"/>
                </a:lnTo>
                <a:lnTo>
                  <a:pt x="97918" y="668882"/>
                </a:lnTo>
                <a:lnTo>
                  <a:pt x="105941" y="688255"/>
                </a:lnTo>
                <a:lnTo>
                  <a:pt x="105941" y="709419"/>
                </a:lnTo>
                <a:lnTo>
                  <a:pt x="97918" y="728792"/>
                </a:lnTo>
                <a:lnTo>
                  <a:pt x="82953" y="743758"/>
                </a:lnTo>
                <a:lnTo>
                  <a:pt x="63581" y="751784"/>
                </a:lnTo>
                <a:close/>
              </a:path>
              <a:path w="2482215" h="2527300">
                <a:moveTo>
                  <a:pt x="224287" y="748938"/>
                </a:moveTo>
                <a:lnTo>
                  <a:pt x="204256" y="748938"/>
                </a:lnTo>
                <a:lnTo>
                  <a:pt x="185923" y="741344"/>
                </a:lnTo>
                <a:lnTo>
                  <a:pt x="171760" y="727182"/>
                </a:lnTo>
                <a:lnTo>
                  <a:pt x="164166" y="708851"/>
                </a:lnTo>
                <a:lnTo>
                  <a:pt x="164448" y="688823"/>
                </a:lnTo>
                <a:lnTo>
                  <a:pt x="164495" y="685482"/>
                </a:lnTo>
                <a:lnTo>
                  <a:pt x="182886" y="657959"/>
                </a:lnTo>
                <a:lnTo>
                  <a:pt x="214274" y="647738"/>
                </a:lnTo>
                <a:lnTo>
                  <a:pt x="224288" y="648730"/>
                </a:lnTo>
                <a:lnTo>
                  <a:pt x="242620" y="656325"/>
                </a:lnTo>
                <a:lnTo>
                  <a:pt x="256782" y="670489"/>
                </a:lnTo>
                <a:lnTo>
                  <a:pt x="264374" y="688823"/>
                </a:lnTo>
                <a:lnTo>
                  <a:pt x="264373" y="708851"/>
                </a:lnTo>
                <a:lnTo>
                  <a:pt x="256780" y="727182"/>
                </a:lnTo>
                <a:lnTo>
                  <a:pt x="242618" y="741344"/>
                </a:lnTo>
                <a:lnTo>
                  <a:pt x="224287" y="748938"/>
                </a:lnTo>
                <a:close/>
              </a:path>
              <a:path w="2482215" h="2527300">
                <a:moveTo>
                  <a:pt x="366101" y="746098"/>
                </a:moveTo>
                <a:lnTo>
                  <a:pt x="341468" y="732916"/>
                </a:lnTo>
                <a:lnTo>
                  <a:pt x="328287" y="708284"/>
                </a:lnTo>
                <a:lnTo>
                  <a:pt x="328508" y="692508"/>
                </a:lnTo>
                <a:lnTo>
                  <a:pt x="328596" y="686240"/>
                </a:lnTo>
                <a:lnTo>
                  <a:pt x="345941" y="660278"/>
                </a:lnTo>
                <a:lnTo>
                  <a:pt x="375547" y="650634"/>
                </a:lnTo>
                <a:lnTo>
                  <a:pt x="388145" y="651881"/>
                </a:lnTo>
                <a:lnTo>
                  <a:pt x="414109" y="669228"/>
                </a:lnTo>
                <a:lnTo>
                  <a:pt x="423750" y="692508"/>
                </a:lnTo>
                <a:lnTo>
                  <a:pt x="417657" y="723130"/>
                </a:lnTo>
                <a:lnTo>
                  <a:pt x="399841" y="740944"/>
                </a:lnTo>
                <a:lnTo>
                  <a:pt x="366101" y="746098"/>
                </a:lnTo>
                <a:close/>
              </a:path>
              <a:path w="2482215" h="2527300">
                <a:moveTo>
                  <a:pt x="524987" y="742966"/>
                </a:moveTo>
                <a:lnTo>
                  <a:pt x="497247" y="721669"/>
                </a:lnTo>
                <a:lnTo>
                  <a:pt x="492693" y="686997"/>
                </a:lnTo>
                <a:lnTo>
                  <a:pt x="508999" y="662597"/>
                </a:lnTo>
                <a:lnTo>
                  <a:pt x="536828" y="653538"/>
                </a:lnTo>
                <a:lnTo>
                  <a:pt x="554163" y="656986"/>
                </a:lnTo>
                <a:lnTo>
                  <a:pt x="574516" y="673704"/>
                </a:lnTo>
                <a:lnTo>
                  <a:pt x="582128" y="698838"/>
                </a:lnTo>
                <a:lnTo>
                  <a:pt x="574516" y="723970"/>
                </a:lnTo>
                <a:lnTo>
                  <a:pt x="554163" y="740688"/>
                </a:lnTo>
                <a:lnTo>
                  <a:pt x="524987" y="742966"/>
                </a:lnTo>
                <a:close/>
              </a:path>
              <a:path w="2482215" h="2527300">
                <a:moveTo>
                  <a:pt x="698102" y="740973"/>
                </a:moveTo>
                <a:lnTo>
                  <a:pt x="674720" y="733894"/>
                </a:lnTo>
                <a:lnTo>
                  <a:pt x="659166" y="714962"/>
                </a:lnTo>
                <a:lnTo>
                  <a:pt x="655957" y="693303"/>
                </a:lnTo>
                <a:lnTo>
                  <a:pt x="672214" y="665122"/>
                </a:lnTo>
                <a:lnTo>
                  <a:pt x="698102" y="656693"/>
                </a:lnTo>
                <a:lnTo>
                  <a:pt x="719341" y="662021"/>
                </a:lnTo>
                <a:lnTo>
                  <a:pt x="739149" y="687824"/>
                </a:lnTo>
                <a:lnTo>
                  <a:pt x="737030" y="714962"/>
                </a:lnTo>
                <a:lnTo>
                  <a:pt x="721478" y="733894"/>
                </a:lnTo>
                <a:lnTo>
                  <a:pt x="698102" y="740973"/>
                </a:lnTo>
                <a:close/>
              </a:path>
              <a:path w="2482215" h="2527300">
                <a:moveTo>
                  <a:pt x="851685" y="737317"/>
                </a:moveTo>
                <a:lnTo>
                  <a:pt x="831628" y="726583"/>
                </a:lnTo>
                <a:lnTo>
                  <a:pt x="820896" y="706529"/>
                </a:lnTo>
                <a:lnTo>
                  <a:pt x="823122" y="683821"/>
                </a:lnTo>
                <a:lnTo>
                  <a:pt x="837605" y="666190"/>
                </a:lnTo>
                <a:lnTo>
                  <a:pt x="859376" y="659596"/>
                </a:lnTo>
                <a:lnTo>
                  <a:pt x="864529" y="659596"/>
                </a:lnTo>
                <a:lnTo>
                  <a:pt x="890771" y="674731"/>
                </a:lnTo>
                <a:lnTo>
                  <a:pt x="898623" y="703991"/>
                </a:lnTo>
                <a:lnTo>
                  <a:pt x="883482" y="730230"/>
                </a:lnTo>
                <a:lnTo>
                  <a:pt x="851685" y="737317"/>
                </a:lnTo>
                <a:close/>
              </a:path>
              <a:path w="2482215" h="2527300">
                <a:moveTo>
                  <a:pt x="1027780" y="734477"/>
                </a:moveTo>
                <a:lnTo>
                  <a:pt x="1002335" y="730591"/>
                </a:lnTo>
                <a:lnTo>
                  <a:pt x="985245" y="708336"/>
                </a:lnTo>
                <a:lnTo>
                  <a:pt x="991577" y="676511"/>
                </a:lnTo>
                <a:lnTo>
                  <a:pt x="1020657" y="662491"/>
                </a:lnTo>
                <a:lnTo>
                  <a:pt x="1040820" y="668598"/>
                </a:lnTo>
                <a:lnTo>
                  <a:pt x="1054235" y="684928"/>
                </a:lnTo>
                <a:lnTo>
                  <a:pt x="1056297" y="705961"/>
                </a:lnTo>
                <a:lnTo>
                  <a:pt x="1046356" y="724537"/>
                </a:lnTo>
                <a:lnTo>
                  <a:pt x="1027780" y="734477"/>
                </a:lnTo>
                <a:close/>
              </a:path>
              <a:path w="2482215" h="2527300">
                <a:moveTo>
                  <a:pt x="1175374" y="731637"/>
                </a:moveTo>
                <a:lnTo>
                  <a:pt x="1154101" y="717394"/>
                </a:lnTo>
                <a:lnTo>
                  <a:pt x="1149130" y="692282"/>
                </a:lnTo>
                <a:lnTo>
                  <a:pt x="1163372" y="671008"/>
                </a:lnTo>
                <a:lnTo>
                  <a:pt x="1181930" y="665389"/>
                </a:lnTo>
                <a:lnTo>
                  <a:pt x="1188485" y="666037"/>
                </a:lnTo>
                <a:lnTo>
                  <a:pt x="1209757" y="680280"/>
                </a:lnTo>
                <a:lnTo>
                  <a:pt x="1214724" y="705393"/>
                </a:lnTo>
                <a:lnTo>
                  <a:pt x="1200485" y="726666"/>
                </a:lnTo>
                <a:lnTo>
                  <a:pt x="1175374" y="731637"/>
                </a:lnTo>
                <a:close/>
              </a:path>
              <a:path w="2482215" h="2527300">
                <a:moveTo>
                  <a:pt x="1339197" y="729390"/>
                </a:moveTo>
                <a:lnTo>
                  <a:pt x="1316508" y="714236"/>
                </a:lnTo>
                <a:lnTo>
                  <a:pt x="1316508" y="683438"/>
                </a:lnTo>
                <a:lnTo>
                  <a:pt x="1343200" y="668284"/>
                </a:lnTo>
                <a:lnTo>
                  <a:pt x="1351190" y="669074"/>
                </a:lnTo>
                <a:lnTo>
                  <a:pt x="1372970" y="690852"/>
                </a:lnTo>
                <a:lnTo>
                  <a:pt x="1367650" y="717604"/>
                </a:lnTo>
                <a:lnTo>
                  <a:pt x="1339197" y="729390"/>
                </a:lnTo>
                <a:close/>
              </a:path>
              <a:path w="2482215" h="2527300">
                <a:moveTo>
                  <a:pt x="1504487" y="726493"/>
                </a:moveTo>
                <a:lnTo>
                  <a:pt x="1482354" y="715825"/>
                </a:lnTo>
                <a:lnTo>
                  <a:pt x="1480315" y="684897"/>
                </a:lnTo>
                <a:lnTo>
                  <a:pt x="1504487" y="671181"/>
                </a:lnTo>
                <a:lnTo>
                  <a:pt x="1518853" y="674097"/>
                </a:lnTo>
                <a:lnTo>
                  <a:pt x="1532144" y="691503"/>
                </a:lnTo>
                <a:lnTo>
                  <a:pt x="1529215" y="713204"/>
                </a:lnTo>
                <a:lnTo>
                  <a:pt x="1518853" y="723577"/>
                </a:lnTo>
                <a:lnTo>
                  <a:pt x="1504487" y="726493"/>
                </a:lnTo>
                <a:close/>
              </a:path>
              <a:path w="2482215" h="2527300">
                <a:moveTo>
                  <a:pt x="1672317" y="723590"/>
                </a:moveTo>
                <a:lnTo>
                  <a:pt x="1652891" y="720984"/>
                </a:lnTo>
                <a:lnTo>
                  <a:pt x="1640990" y="705404"/>
                </a:lnTo>
                <a:lnTo>
                  <a:pt x="1641764" y="692270"/>
                </a:lnTo>
                <a:lnTo>
                  <a:pt x="1665755" y="674077"/>
                </a:lnTo>
                <a:lnTo>
                  <a:pt x="1678620" y="676687"/>
                </a:lnTo>
                <a:lnTo>
                  <a:pt x="1690520" y="692270"/>
                </a:lnTo>
                <a:lnTo>
                  <a:pt x="1687906" y="711697"/>
                </a:lnTo>
                <a:lnTo>
                  <a:pt x="1672317" y="723590"/>
                </a:lnTo>
                <a:close/>
              </a:path>
              <a:path w="2482215" h="2527300">
                <a:moveTo>
                  <a:pt x="1821240" y="720694"/>
                </a:moveTo>
                <a:lnTo>
                  <a:pt x="1807486" y="710193"/>
                </a:lnTo>
                <a:lnTo>
                  <a:pt x="1805169" y="695967"/>
                </a:lnTo>
                <a:lnTo>
                  <a:pt x="1827023" y="676972"/>
                </a:lnTo>
                <a:lnTo>
                  <a:pt x="1832751" y="677538"/>
                </a:lnTo>
                <a:lnTo>
                  <a:pt x="1848322" y="704551"/>
                </a:lnTo>
                <a:lnTo>
                  <a:pt x="1821240" y="720694"/>
                </a:lnTo>
                <a:close/>
              </a:path>
              <a:path w="2482215" h="2527300">
                <a:moveTo>
                  <a:pt x="1988310" y="717799"/>
                </a:moveTo>
                <a:lnTo>
                  <a:pt x="1969829" y="703793"/>
                </a:lnTo>
                <a:lnTo>
                  <a:pt x="1988310" y="679875"/>
                </a:lnTo>
                <a:lnTo>
                  <a:pt x="1993331" y="679875"/>
                </a:lnTo>
                <a:lnTo>
                  <a:pt x="2005271" y="688986"/>
                </a:lnTo>
                <a:lnTo>
                  <a:pt x="2007263" y="703793"/>
                </a:lnTo>
                <a:lnTo>
                  <a:pt x="1998171" y="715799"/>
                </a:lnTo>
                <a:lnTo>
                  <a:pt x="1988310" y="717799"/>
                </a:lnTo>
                <a:close/>
              </a:path>
              <a:path w="2482215" h="2527300">
                <a:moveTo>
                  <a:pt x="2157790" y="712970"/>
                </a:moveTo>
                <a:lnTo>
                  <a:pt x="2141384" y="712970"/>
                </a:lnTo>
                <a:lnTo>
                  <a:pt x="2133785" y="698838"/>
                </a:lnTo>
                <a:lnTo>
                  <a:pt x="2149597" y="683032"/>
                </a:lnTo>
                <a:lnTo>
                  <a:pt x="2153786" y="683032"/>
                </a:lnTo>
                <a:lnTo>
                  <a:pt x="2163722" y="690626"/>
                </a:lnTo>
                <a:lnTo>
                  <a:pt x="2165390" y="703027"/>
                </a:lnTo>
                <a:lnTo>
                  <a:pt x="2157790" y="712970"/>
                </a:lnTo>
                <a:close/>
              </a:path>
              <a:path w="2482215" h="2527300">
                <a:moveTo>
                  <a:pt x="2307436" y="711739"/>
                </a:moveTo>
                <a:lnTo>
                  <a:pt x="2297963" y="698838"/>
                </a:lnTo>
                <a:lnTo>
                  <a:pt x="2310865" y="685927"/>
                </a:lnTo>
                <a:lnTo>
                  <a:pt x="2307436" y="711739"/>
                </a:lnTo>
                <a:close/>
              </a:path>
              <a:path w="2482215" h="2527300">
                <a:moveTo>
                  <a:pt x="2472133" y="708844"/>
                </a:moveTo>
                <a:lnTo>
                  <a:pt x="2472133" y="688830"/>
                </a:lnTo>
                <a:lnTo>
                  <a:pt x="2482143" y="696184"/>
                </a:lnTo>
                <a:lnTo>
                  <a:pt x="2472133" y="708844"/>
                </a:lnTo>
                <a:close/>
              </a:path>
              <a:path w="2482215" h="2527300">
                <a:moveTo>
                  <a:pt x="63581" y="913058"/>
                </a:moveTo>
                <a:lnTo>
                  <a:pt x="38886" y="912709"/>
                </a:lnTo>
                <a:lnTo>
                  <a:pt x="9804" y="893277"/>
                </a:lnTo>
                <a:lnTo>
                  <a:pt x="0" y="869604"/>
                </a:lnTo>
                <a:lnTo>
                  <a:pt x="0" y="860487"/>
                </a:lnTo>
                <a:lnTo>
                  <a:pt x="3116" y="839449"/>
                </a:lnTo>
                <a:lnTo>
                  <a:pt x="14820" y="821934"/>
                </a:lnTo>
                <a:lnTo>
                  <a:pt x="32338" y="810232"/>
                </a:lnTo>
                <a:lnTo>
                  <a:pt x="53000" y="806122"/>
                </a:lnTo>
                <a:lnTo>
                  <a:pt x="63581" y="807170"/>
                </a:lnTo>
                <a:lnTo>
                  <a:pt x="82951" y="815195"/>
                </a:lnTo>
                <a:lnTo>
                  <a:pt x="97914" y="830160"/>
                </a:lnTo>
                <a:lnTo>
                  <a:pt x="105939" y="849529"/>
                </a:lnTo>
                <a:lnTo>
                  <a:pt x="105941" y="870692"/>
                </a:lnTo>
                <a:lnTo>
                  <a:pt x="97918" y="890066"/>
                </a:lnTo>
                <a:lnTo>
                  <a:pt x="82953" y="905033"/>
                </a:lnTo>
                <a:lnTo>
                  <a:pt x="63581" y="913058"/>
                </a:lnTo>
                <a:close/>
              </a:path>
              <a:path w="2482215" h="2527300">
                <a:moveTo>
                  <a:pt x="207563" y="911210"/>
                </a:moveTo>
                <a:lnTo>
                  <a:pt x="182886" y="900988"/>
                </a:lnTo>
                <a:lnTo>
                  <a:pt x="164495" y="873467"/>
                </a:lnTo>
                <a:lnTo>
                  <a:pt x="167065" y="840558"/>
                </a:lnTo>
                <a:lnTo>
                  <a:pt x="178142" y="823982"/>
                </a:lnTo>
                <a:lnTo>
                  <a:pt x="194720" y="812907"/>
                </a:lnTo>
                <a:lnTo>
                  <a:pt x="214274" y="809019"/>
                </a:lnTo>
                <a:lnTo>
                  <a:pt x="233817" y="812907"/>
                </a:lnTo>
                <a:lnTo>
                  <a:pt x="250397" y="823982"/>
                </a:lnTo>
                <a:lnTo>
                  <a:pt x="261474" y="840558"/>
                </a:lnTo>
                <a:lnTo>
                  <a:pt x="265364" y="860110"/>
                </a:lnTo>
                <a:lnTo>
                  <a:pt x="261476" y="879664"/>
                </a:lnTo>
                <a:lnTo>
                  <a:pt x="250401" y="896241"/>
                </a:lnTo>
                <a:lnTo>
                  <a:pt x="233826" y="907318"/>
                </a:lnTo>
                <a:lnTo>
                  <a:pt x="207563" y="911210"/>
                </a:lnTo>
                <a:close/>
              </a:path>
              <a:path w="2482215" h="2527300">
                <a:moveTo>
                  <a:pt x="369217" y="908312"/>
                </a:moveTo>
                <a:lnTo>
                  <a:pt x="345941" y="898670"/>
                </a:lnTo>
                <a:lnTo>
                  <a:pt x="328596" y="872709"/>
                </a:lnTo>
                <a:lnTo>
                  <a:pt x="331021" y="841668"/>
                </a:lnTo>
                <a:lnTo>
                  <a:pt x="348808" y="820013"/>
                </a:lnTo>
                <a:lnTo>
                  <a:pt x="375547" y="811915"/>
                </a:lnTo>
                <a:lnTo>
                  <a:pt x="388145" y="813160"/>
                </a:lnTo>
                <a:lnTo>
                  <a:pt x="414107" y="830505"/>
                </a:lnTo>
                <a:lnTo>
                  <a:pt x="423750" y="853781"/>
                </a:lnTo>
                <a:lnTo>
                  <a:pt x="417659" y="884406"/>
                </a:lnTo>
                <a:lnTo>
                  <a:pt x="399843" y="902223"/>
                </a:lnTo>
                <a:lnTo>
                  <a:pt x="369217" y="908312"/>
                </a:lnTo>
                <a:close/>
              </a:path>
              <a:path w="2482215" h="2527300">
                <a:moveTo>
                  <a:pt x="524987" y="904240"/>
                </a:moveTo>
                <a:lnTo>
                  <a:pt x="497247" y="882943"/>
                </a:lnTo>
                <a:lnTo>
                  <a:pt x="492693" y="848270"/>
                </a:lnTo>
                <a:lnTo>
                  <a:pt x="508999" y="823871"/>
                </a:lnTo>
                <a:lnTo>
                  <a:pt x="536828" y="814812"/>
                </a:lnTo>
                <a:lnTo>
                  <a:pt x="554163" y="818260"/>
                </a:lnTo>
                <a:lnTo>
                  <a:pt x="574516" y="834980"/>
                </a:lnTo>
                <a:lnTo>
                  <a:pt x="582128" y="860110"/>
                </a:lnTo>
                <a:lnTo>
                  <a:pt x="574516" y="885243"/>
                </a:lnTo>
                <a:lnTo>
                  <a:pt x="554163" y="901962"/>
                </a:lnTo>
                <a:lnTo>
                  <a:pt x="524987" y="904240"/>
                </a:lnTo>
                <a:close/>
              </a:path>
              <a:path w="2482215" h="2527300">
                <a:moveTo>
                  <a:pt x="709115" y="901165"/>
                </a:moveTo>
                <a:lnTo>
                  <a:pt x="676861" y="896931"/>
                </a:lnTo>
                <a:lnTo>
                  <a:pt x="657047" y="871126"/>
                </a:lnTo>
                <a:lnTo>
                  <a:pt x="659167" y="843984"/>
                </a:lnTo>
                <a:lnTo>
                  <a:pt x="674721" y="825052"/>
                </a:lnTo>
                <a:lnTo>
                  <a:pt x="698102" y="817974"/>
                </a:lnTo>
                <a:lnTo>
                  <a:pt x="714226" y="821182"/>
                </a:lnTo>
                <a:lnTo>
                  <a:pt x="733158" y="836734"/>
                </a:lnTo>
                <a:lnTo>
                  <a:pt x="740239" y="860110"/>
                </a:lnTo>
                <a:lnTo>
                  <a:pt x="734916" y="881351"/>
                </a:lnTo>
                <a:lnTo>
                  <a:pt x="709115" y="901165"/>
                </a:lnTo>
                <a:close/>
              </a:path>
              <a:path w="2482215" h="2527300">
                <a:moveTo>
                  <a:pt x="869634" y="898345"/>
                </a:moveTo>
                <a:lnTo>
                  <a:pt x="839597" y="894397"/>
                </a:lnTo>
                <a:lnTo>
                  <a:pt x="821148" y="870368"/>
                </a:lnTo>
                <a:lnTo>
                  <a:pt x="823122" y="845094"/>
                </a:lnTo>
                <a:lnTo>
                  <a:pt x="837605" y="827464"/>
                </a:lnTo>
                <a:lnTo>
                  <a:pt x="859376" y="820870"/>
                </a:lnTo>
                <a:lnTo>
                  <a:pt x="879156" y="825826"/>
                </a:lnTo>
                <a:lnTo>
                  <a:pt x="897607" y="849853"/>
                </a:lnTo>
                <a:lnTo>
                  <a:pt x="893665" y="879892"/>
                </a:lnTo>
                <a:lnTo>
                  <a:pt x="869634" y="898345"/>
                </a:lnTo>
                <a:close/>
              </a:path>
              <a:path w="2482215" h="2527300">
                <a:moveTo>
                  <a:pt x="1027780" y="895751"/>
                </a:moveTo>
                <a:lnTo>
                  <a:pt x="1002335" y="891865"/>
                </a:lnTo>
                <a:lnTo>
                  <a:pt x="985245" y="869612"/>
                </a:lnTo>
                <a:lnTo>
                  <a:pt x="991577" y="837784"/>
                </a:lnTo>
                <a:lnTo>
                  <a:pt x="1020657" y="823765"/>
                </a:lnTo>
                <a:lnTo>
                  <a:pt x="1040820" y="829872"/>
                </a:lnTo>
                <a:lnTo>
                  <a:pt x="1054235" y="846202"/>
                </a:lnTo>
                <a:lnTo>
                  <a:pt x="1056297" y="867234"/>
                </a:lnTo>
                <a:lnTo>
                  <a:pt x="1046356" y="885811"/>
                </a:lnTo>
                <a:lnTo>
                  <a:pt x="1027780" y="895751"/>
                </a:lnTo>
                <a:close/>
              </a:path>
              <a:path w="2482215" h="2527300">
                <a:moveTo>
                  <a:pt x="1175374" y="892911"/>
                </a:moveTo>
                <a:lnTo>
                  <a:pt x="1154101" y="878668"/>
                </a:lnTo>
                <a:lnTo>
                  <a:pt x="1149130" y="853555"/>
                </a:lnTo>
                <a:lnTo>
                  <a:pt x="1163372" y="832282"/>
                </a:lnTo>
                <a:lnTo>
                  <a:pt x="1181930" y="826662"/>
                </a:lnTo>
                <a:lnTo>
                  <a:pt x="1188485" y="827311"/>
                </a:lnTo>
                <a:lnTo>
                  <a:pt x="1209757" y="841553"/>
                </a:lnTo>
                <a:lnTo>
                  <a:pt x="1214724" y="866666"/>
                </a:lnTo>
                <a:lnTo>
                  <a:pt x="1200485" y="887940"/>
                </a:lnTo>
                <a:lnTo>
                  <a:pt x="1175374" y="892911"/>
                </a:lnTo>
                <a:close/>
              </a:path>
              <a:path w="2482215" h="2527300">
                <a:moveTo>
                  <a:pt x="1339197" y="890664"/>
                </a:moveTo>
                <a:lnTo>
                  <a:pt x="1316508" y="875510"/>
                </a:lnTo>
                <a:lnTo>
                  <a:pt x="1316508" y="844711"/>
                </a:lnTo>
                <a:lnTo>
                  <a:pt x="1343200" y="829558"/>
                </a:lnTo>
                <a:lnTo>
                  <a:pt x="1351190" y="830349"/>
                </a:lnTo>
                <a:lnTo>
                  <a:pt x="1372970" y="852126"/>
                </a:lnTo>
                <a:lnTo>
                  <a:pt x="1367650" y="878878"/>
                </a:lnTo>
                <a:lnTo>
                  <a:pt x="1339197" y="890664"/>
                </a:lnTo>
                <a:close/>
              </a:path>
              <a:path w="2482215" h="2527300">
                <a:moveTo>
                  <a:pt x="1504487" y="887768"/>
                </a:moveTo>
                <a:lnTo>
                  <a:pt x="1482354" y="877099"/>
                </a:lnTo>
                <a:lnTo>
                  <a:pt x="1480315" y="846172"/>
                </a:lnTo>
                <a:lnTo>
                  <a:pt x="1504487" y="832455"/>
                </a:lnTo>
                <a:lnTo>
                  <a:pt x="1518853" y="835371"/>
                </a:lnTo>
                <a:lnTo>
                  <a:pt x="1532144" y="852777"/>
                </a:lnTo>
                <a:lnTo>
                  <a:pt x="1529215" y="874479"/>
                </a:lnTo>
                <a:lnTo>
                  <a:pt x="1518853" y="884852"/>
                </a:lnTo>
                <a:lnTo>
                  <a:pt x="1504487" y="887768"/>
                </a:lnTo>
                <a:close/>
              </a:path>
              <a:path w="2482215" h="2527300">
                <a:moveTo>
                  <a:pt x="1653280" y="881744"/>
                </a:moveTo>
                <a:lnTo>
                  <a:pt x="1640990" y="853544"/>
                </a:lnTo>
                <a:lnTo>
                  <a:pt x="1652891" y="837964"/>
                </a:lnTo>
                <a:lnTo>
                  <a:pt x="1665764" y="835356"/>
                </a:lnTo>
                <a:lnTo>
                  <a:pt x="1672317" y="835356"/>
                </a:lnTo>
                <a:lnTo>
                  <a:pt x="1687906" y="847249"/>
                </a:lnTo>
                <a:lnTo>
                  <a:pt x="1690520" y="860110"/>
                </a:lnTo>
                <a:lnTo>
                  <a:pt x="1680974" y="879920"/>
                </a:lnTo>
                <a:lnTo>
                  <a:pt x="1653280" y="881744"/>
                </a:lnTo>
                <a:close/>
              </a:path>
              <a:path w="2482215" h="2527300">
                <a:moveTo>
                  <a:pt x="1821314" y="881408"/>
                </a:moveTo>
                <a:lnTo>
                  <a:pt x="1805169" y="854313"/>
                </a:lnTo>
                <a:lnTo>
                  <a:pt x="1815679" y="840557"/>
                </a:lnTo>
                <a:lnTo>
                  <a:pt x="1827023" y="838253"/>
                </a:lnTo>
                <a:lnTo>
                  <a:pt x="1832751" y="838819"/>
                </a:lnTo>
                <a:lnTo>
                  <a:pt x="1848340" y="865826"/>
                </a:lnTo>
                <a:lnTo>
                  <a:pt x="1821314" y="881408"/>
                </a:lnTo>
                <a:close/>
              </a:path>
              <a:path w="2482215" h="2527300">
                <a:moveTo>
                  <a:pt x="1988310" y="879073"/>
                </a:moveTo>
                <a:lnTo>
                  <a:pt x="1969829" y="865068"/>
                </a:lnTo>
                <a:lnTo>
                  <a:pt x="1988310" y="841149"/>
                </a:lnTo>
                <a:lnTo>
                  <a:pt x="1993331" y="841149"/>
                </a:lnTo>
                <a:lnTo>
                  <a:pt x="2005271" y="850259"/>
                </a:lnTo>
                <a:lnTo>
                  <a:pt x="2007263" y="865068"/>
                </a:lnTo>
                <a:lnTo>
                  <a:pt x="1998171" y="877074"/>
                </a:lnTo>
                <a:lnTo>
                  <a:pt x="1988310" y="879073"/>
                </a:lnTo>
                <a:close/>
              </a:path>
              <a:path w="2482215" h="2527300">
                <a:moveTo>
                  <a:pt x="2149597" y="875916"/>
                </a:moveTo>
                <a:lnTo>
                  <a:pt x="2135453" y="851900"/>
                </a:lnTo>
                <a:lnTo>
                  <a:pt x="2149597" y="844311"/>
                </a:lnTo>
                <a:lnTo>
                  <a:pt x="2153783" y="844311"/>
                </a:lnTo>
                <a:lnTo>
                  <a:pt x="2163717" y="851900"/>
                </a:lnTo>
                <a:lnTo>
                  <a:pt x="2163722" y="868321"/>
                </a:lnTo>
                <a:lnTo>
                  <a:pt x="2149597" y="875916"/>
                </a:lnTo>
                <a:close/>
              </a:path>
              <a:path w="2482215" h="2527300">
                <a:moveTo>
                  <a:pt x="2472133" y="870118"/>
                </a:moveTo>
                <a:lnTo>
                  <a:pt x="2472133" y="850104"/>
                </a:lnTo>
                <a:lnTo>
                  <a:pt x="2482143" y="857457"/>
                </a:lnTo>
                <a:lnTo>
                  <a:pt x="2472133" y="870118"/>
                </a:lnTo>
                <a:close/>
              </a:path>
              <a:path w="2482215" h="2527300">
                <a:moveTo>
                  <a:pt x="53000" y="1075379"/>
                </a:moveTo>
                <a:lnTo>
                  <a:pt x="32334" y="1071269"/>
                </a:lnTo>
                <a:lnTo>
                  <a:pt x="14818" y="1059565"/>
                </a:lnTo>
                <a:lnTo>
                  <a:pt x="3116" y="1042051"/>
                </a:lnTo>
                <a:lnTo>
                  <a:pt x="0" y="1026390"/>
                </a:lnTo>
                <a:lnTo>
                  <a:pt x="0" y="1017423"/>
                </a:lnTo>
                <a:lnTo>
                  <a:pt x="5828" y="994177"/>
                </a:lnTo>
                <a:lnTo>
                  <a:pt x="25784" y="974219"/>
                </a:lnTo>
                <a:lnTo>
                  <a:pt x="53000" y="967398"/>
                </a:lnTo>
                <a:lnTo>
                  <a:pt x="73660" y="971509"/>
                </a:lnTo>
                <a:lnTo>
                  <a:pt x="91176" y="983213"/>
                </a:lnTo>
                <a:lnTo>
                  <a:pt x="102878" y="1000730"/>
                </a:lnTo>
                <a:lnTo>
                  <a:pt x="106988" y="1021391"/>
                </a:lnTo>
                <a:lnTo>
                  <a:pt x="102876" y="1042051"/>
                </a:lnTo>
                <a:lnTo>
                  <a:pt x="91172" y="1059565"/>
                </a:lnTo>
                <a:lnTo>
                  <a:pt x="73659" y="1071269"/>
                </a:lnTo>
                <a:lnTo>
                  <a:pt x="53000" y="1075379"/>
                </a:lnTo>
                <a:close/>
              </a:path>
              <a:path w="2482215" h="2527300">
                <a:moveTo>
                  <a:pt x="207563" y="1072483"/>
                </a:moveTo>
                <a:lnTo>
                  <a:pt x="182886" y="1062264"/>
                </a:lnTo>
                <a:lnTo>
                  <a:pt x="164495" y="1034739"/>
                </a:lnTo>
                <a:lnTo>
                  <a:pt x="167065" y="1001832"/>
                </a:lnTo>
                <a:lnTo>
                  <a:pt x="178142" y="985256"/>
                </a:lnTo>
                <a:lnTo>
                  <a:pt x="194720" y="974181"/>
                </a:lnTo>
                <a:lnTo>
                  <a:pt x="214274" y="970293"/>
                </a:lnTo>
                <a:lnTo>
                  <a:pt x="233812" y="974181"/>
                </a:lnTo>
                <a:lnTo>
                  <a:pt x="250394" y="985256"/>
                </a:lnTo>
                <a:lnTo>
                  <a:pt x="261474" y="1001832"/>
                </a:lnTo>
                <a:lnTo>
                  <a:pt x="265364" y="1021385"/>
                </a:lnTo>
                <a:lnTo>
                  <a:pt x="261476" y="1040938"/>
                </a:lnTo>
                <a:lnTo>
                  <a:pt x="250401" y="1057515"/>
                </a:lnTo>
                <a:lnTo>
                  <a:pt x="233826" y="1068593"/>
                </a:lnTo>
                <a:lnTo>
                  <a:pt x="207563" y="1072483"/>
                </a:lnTo>
                <a:close/>
              </a:path>
              <a:path w="2482215" h="2527300">
                <a:moveTo>
                  <a:pt x="369217" y="1069588"/>
                </a:moveTo>
                <a:lnTo>
                  <a:pt x="345941" y="1059945"/>
                </a:lnTo>
                <a:lnTo>
                  <a:pt x="328596" y="1033983"/>
                </a:lnTo>
                <a:lnTo>
                  <a:pt x="331021" y="1002941"/>
                </a:lnTo>
                <a:lnTo>
                  <a:pt x="348808" y="981287"/>
                </a:lnTo>
                <a:lnTo>
                  <a:pt x="375547" y="973188"/>
                </a:lnTo>
                <a:lnTo>
                  <a:pt x="388145" y="974434"/>
                </a:lnTo>
                <a:lnTo>
                  <a:pt x="414107" y="991779"/>
                </a:lnTo>
                <a:lnTo>
                  <a:pt x="423750" y="1015055"/>
                </a:lnTo>
                <a:lnTo>
                  <a:pt x="417659" y="1045679"/>
                </a:lnTo>
                <a:lnTo>
                  <a:pt x="399843" y="1063497"/>
                </a:lnTo>
                <a:lnTo>
                  <a:pt x="369217" y="1069588"/>
                </a:lnTo>
                <a:close/>
              </a:path>
              <a:path w="2482215" h="2527300">
                <a:moveTo>
                  <a:pt x="524987" y="1065521"/>
                </a:moveTo>
                <a:lnTo>
                  <a:pt x="497247" y="1044224"/>
                </a:lnTo>
                <a:lnTo>
                  <a:pt x="492691" y="1009550"/>
                </a:lnTo>
                <a:lnTo>
                  <a:pt x="508997" y="985146"/>
                </a:lnTo>
                <a:lnTo>
                  <a:pt x="536828" y="976086"/>
                </a:lnTo>
                <a:lnTo>
                  <a:pt x="564650" y="985146"/>
                </a:lnTo>
                <a:lnTo>
                  <a:pt x="582128" y="1015442"/>
                </a:lnTo>
                <a:lnTo>
                  <a:pt x="574516" y="1046523"/>
                </a:lnTo>
                <a:lnTo>
                  <a:pt x="554163" y="1063242"/>
                </a:lnTo>
                <a:lnTo>
                  <a:pt x="524987" y="1065521"/>
                </a:lnTo>
                <a:close/>
              </a:path>
              <a:path w="2482215" h="2527300">
                <a:moveTo>
                  <a:pt x="698102" y="1063528"/>
                </a:moveTo>
                <a:lnTo>
                  <a:pt x="674720" y="1056449"/>
                </a:lnTo>
                <a:lnTo>
                  <a:pt x="659166" y="1037516"/>
                </a:lnTo>
                <a:lnTo>
                  <a:pt x="655957" y="1015858"/>
                </a:lnTo>
                <a:lnTo>
                  <a:pt x="672214" y="987677"/>
                </a:lnTo>
                <a:lnTo>
                  <a:pt x="698102" y="979248"/>
                </a:lnTo>
                <a:lnTo>
                  <a:pt x="719341" y="984575"/>
                </a:lnTo>
                <a:lnTo>
                  <a:pt x="739149" y="1010378"/>
                </a:lnTo>
                <a:lnTo>
                  <a:pt x="737030" y="1037516"/>
                </a:lnTo>
                <a:lnTo>
                  <a:pt x="721478" y="1056449"/>
                </a:lnTo>
                <a:lnTo>
                  <a:pt x="698102" y="1063528"/>
                </a:lnTo>
                <a:close/>
              </a:path>
              <a:path w="2482215" h="2527300">
                <a:moveTo>
                  <a:pt x="869632" y="1059619"/>
                </a:moveTo>
                <a:lnTo>
                  <a:pt x="844359" y="1057645"/>
                </a:lnTo>
                <a:lnTo>
                  <a:pt x="826728" y="1043162"/>
                </a:lnTo>
                <a:lnTo>
                  <a:pt x="820134" y="1016238"/>
                </a:lnTo>
                <a:lnTo>
                  <a:pt x="835271" y="989995"/>
                </a:lnTo>
                <a:lnTo>
                  <a:pt x="859376" y="982143"/>
                </a:lnTo>
                <a:lnTo>
                  <a:pt x="879158" y="987102"/>
                </a:lnTo>
                <a:lnTo>
                  <a:pt x="897609" y="1011133"/>
                </a:lnTo>
                <a:lnTo>
                  <a:pt x="893663" y="1041171"/>
                </a:lnTo>
                <a:lnTo>
                  <a:pt x="869632" y="1059619"/>
                </a:lnTo>
                <a:close/>
              </a:path>
              <a:path w="2482215" h="2527300">
                <a:moveTo>
                  <a:pt x="1027780" y="1057031"/>
                </a:moveTo>
                <a:lnTo>
                  <a:pt x="1002335" y="1053146"/>
                </a:lnTo>
                <a:lnTo>
                  <a:pt x="985245" y="1030891"/>
                </a:lnTo>
                <a:lnTo>
                  <a:pt x="991575" y="999062"/>
                </a:lnTo>
                <a:lnTo>
                  <a:pt x="1020657" y="985041"/>
                </a:lnTo>
                <a:lnTo>
                  <a:pt x="1025430" y="985041"/>
                </a:lnTo>
                <a:lnTo>
                  <a:pt x="1049730" y="999062"/>
                </a:lnTo>
                <a:lnTo>
                  <a:pt x="1056297" y="1028514"/>
                </a:lnTo>
                <a:lnTo>
                  <a:pt x="1046356" y="1047090"/>
                </a:lnTo>
                <a:lnTo>
                  <a:pt x="1027780" y="1057031"/>
                </a:lnTo>
                <a:close/>
              </a:path>
              <a:path w="2482215" h="2527300">
                <a:moveTo>
                  <a:pt x="1175374" y="1054192"/>
                </a:moveTo>
                <a:lnTo>
                  <a:pt x="1154101" y="1039949"/>
                </a:lnTo>
                <a:lnTo>
                  <a:pt x="1148481" y="1021391"/>
                </a:lnTo>
                <a:lnTo>
                  <a:pt x="1155169" y="1000841"/>
                </a:lnTo>
                <a:lnTo>
                  <a:pt x="1181930" y="987936"/>
                </a:lnTo>
                <a:lnTo>
                  <a:pt x="1186324" y="987936"/>
                </a:lnTo>
                <a:lnTo>
                  <a:pt x="1208699" y="1000841"/>
                </a:lnTo>
                <a:lnTo>
                  <a:pt x="1214724" y="1027947"/>
                </a:lnTo>
                <a:lnTo>
                  <a:pt x="1200485" y="1049221"/>
                </a:lnTo>
                <a:lnTo>
                  <a:pt x="1175374" y="1054192"/>
                </a:lnTo>
                <a:close/>
              </a:path>
              <a:path w="2482215" h="2527300">
                <a:moveTo>
                  <a:pt x="1351301" y="1051937"/>
                </a:moveTo>
                <a:lnTo>
                  <a:pt x="1327333" y="1048719"/>
                </a:lnTo>
                <a:lnTo>
                  <a:pt x="1312652" y="1029493"/>
                </a:lnTo>
                <a:lnTo>
                  <a:pt x="1316508" y="1005993"/>
                </a:lnTo>
                <a:lnTo>
                  <a:pt x="1343200" y="990839"/>
                </a:lnTo>
                <a:lnTo>
                  <a:pt x="1347223" y="990839"/>
                </a:lnTo>
                <a:lnTo>
                  <a:pt x="1369893" y="1005993"/>
                </a:lnTo>
                <a:lnTo>
                  <a:pt x="1370542" y="1037264"/>
                </a:lnTo>
                <a:lnTo>
                  <a:pt x="1351301" y="1051937"/>
                </a:lnTo>
                <a:close/>
              </a:path>
              <a:path w="2482215" h="2527300">
                <a:moveTo>
                  <a:pt x="1511809" y="1049040"/>
                </a:moveTo>
                <a:lnTo>
                  <a:pt x="1490121" y="1046130"/>
                </a:lnTo>
                <a:lnTo>
                  <a:pt x="1476831" y="1028726"/>
                </a:lnTo>
                <a:lnTo>
                  <a:pt x="1480315" y="1007451"/>
                </a:lnTo>
                <a:lnTo>
                  <a:pt x="1504487" y="993734"/>
                </a:lnTo>
                <a:lnTo>
                  <a:pt x="1518853" y="996650"/>
                </a:lnTo>
                <a:lnTo>
                  <a:pt x="1532144" y="1014058"/>
                </a:lnTo>
                <a:lnTo>
                  <a:pt x="1529215" y="1035757"/>
                </a:lnTo>
                <a:lnTo>
                  <a:pt x="1511809" y="1049040"/>
                </a:lnTo>
                <a:close/>
              </a:path>
              <a:path w="2482215" h="2527300">
                <a:moveTo>
                  <a:pt x="1672317" y="1046146"/>
                </a:moveTo>
                <a:lnTo>
                  <a:pt x="1652891" y="1043538"/>
                </a:lnTo>
                <a:lnTo>
                  <a:pt x="1640990" y="1027958"/>
                </a:lnTo>
                <a:lnTo>
                  <a:pt x="1641639" y="1014920"/>
                </a:lnTo>
                <a:lnTo>
                  <a:pt x="1665755" y="996632"/>
                </a:lnTo>
                <a:lnTo>
                  <a:pt x="1685571" y="1006182"/>
                </a:lnTo>
                <a:lnTo>
                  <a:pt x="1687906" y="1034253"/>
                </a:lnTo>
                <a:lnTo>
                  <a:pt x="1672317" y="1046146"/>
                </a:lnTo>
                <a:close/>
              </a:path>
              <a:path w="2482215" h="2527300">
                <a:moveTo>
                  <a:pt x="1821240" y="1043249"/>
                </a:moveTo>
                <a:lnTo>
                  <a:pt x="1807486" y="1032748"/>
                </a:lnTo>
                <a:lnTo>
                  <a:pt x="1805169" y="1018521"/>
                </a:lnTo>
                <a:lnTo>
                  <a:pt x="1827023" y="999527"/>
                </a:lnTo>
                <a:lnTo>
                  <a:pt x="1832751" y="1000092"/>
                </a:lnTo>
                <a:lnTo>
                  <a:pt x="1848322" y="1027106"/>
                </a:lnTo>
                <a:lnTo>
                  <a:pt x="1821240" y="1043249"/>
                </a:lnTo>
                <a:close/>
              </a:path>
              <a:path w="2482215" h="2527300">
                <a:moveTo>
                  <a:pt x="1988310" y="1040354"/>
                </a:moveTo>
                <a:lnTo>
                  <a:pt x="1969829" y="1026349"/>
                </a:lnTo>
                <a:lnTo>
                  <a:pt x="1988310" y="1002424"/>
                </a:lnTo>
                <a:lnTo>
                  <a:pt x="1990812" y="1002424"/>
                </a:lnTo>
                <a:lnTo>
                  <a:pt x="2007225" y="1026349"/>
                </a:lnTo>
                <a:lnTo>
                  <a:pt x="1998171" y="1038356"/>
                </a:lnTo>
                <a:lnTo>
                  <a:pt x="1988310" y="1040354"/>
                </a:lnTo>
                <a:close/>
              </a:path>
              <a:path w="2482215" h="2527300">
                <a:moveTo>
                  <a:pt x="2157790" y="1035525"/>
                </a:moveTo>
                <a:lnTo>
                  <a:pt x="2141384" y="1035525"/>
                </a:lnTo>
                <a:lnTo>
                  <a:pt x="2133785" y="1021391"/>
                </a:lnTo>
                <a:lnTo>
                  <a:pt x="2149597" y="1005587"/>
                </a:lnTo>
                <a:lnTo>
                  <a:pt x="2153786" y="1005587"/>
                </a:lnTo>
                <a:lnTo>
                  <a:pt x="2163722" y="1013181"/>
                </a:lnTo>
                <a:lnTo>
                  <a:pt x="2165390" y="1025582"/>
                </a:lnTo>
                <a:lnTo>
                  <a:pt x="2157790" y="1035525"/>
                </a:lnTo>
                <a:close/>
              </a:path>
              <a:path w="2482215" h="2527300">
                <a:moveTo>
                  <a:pt x="2307436" y="1034294"/>
                </a:moveTo>
                <a:lnTo>
                  <a:pt x="2297963" y="1021391"/>
                </a:lnTo>
                <a:lnTo>
                  <a:pt x="2310865" y="1008482"/>
                </a:lnTo>
                <a:lnTo>
                  <a:pt x="2307436" y="1034294"/>
                </a:lnTo>
                <a:close/>
              </a:path>
              <a:path w="2482215" h="2527300">
                <a:moveTo>
                  <a:pt x="63581" y="1235612"/>
                </a:moveTo>
                <a:lnTo>
                  <a:pt x="38886" y="1235264"/>
                </a:lnTo>
                <a:lnTo>
                  <a:pt x="9804" y="1215832"/>
                </a:lnTo>
                <a:lnTo>
                  <a:pt x="0" y="1192159"/>
                </a:lnTo>
                <a:lnTo>
                  <a:pt x="0" y="1184755"/>
                </a:lnTo>
                <a:lnTo>
                  <a:pt x="5828" y="1155451"/>
                </a:lnTo>
                <a:lnTo>
                  <a:pt x="25784" y="1135495"/>
                </a:lnTo>
                <a:lnTo>
                  <a:pt x="53000" y="1128671"/>
                </a:lnTo>
                <a:lnTo>
                  <a:pt x="63581" y="1129719"/>
                </a:lnTo>
                <a:lnTo>
                  <a:pt x="82953" y="1137744"/>
                </a:lnTo>
                <a:lnTo>
                  <a:pt x="97918" y="1152711"/>
                </a:lnTo>
                <a:lnTo>
                  <a:pt x="105941" y="1172084"/>
                </a:lnTo>
                <a:lnTo>
                  <a:pt x="105941" y="1193248"/>
                </a:lnTo>
                <a:lnTo>
                  <a:pt x="97918" y="1212620"/>
                </a:lnTo>
                <a:lnTo>
                  <a:pt x="82953" y="1227587"/>
                </a:lnTo>
                <a:lnTo>
                  <a:pt x="63581" y="1235612"/>
                </a:lnTo>
                <a:close/>
              </a:path>
              <a:path w="2482215" h="2527300">
                <a:moveTo>
                  <a:pt x="224287" y="1232766"/>
                </a:moveTo>
                <a:lnTo>
                  <a:pt x="204256" y="1232766"/>
                </a:lnTo>
                <a:lnTo>
                  <a:pt x="185923" y="1225173"/>
                </a:lnTo>
                <a:lnTo>
                  <a:pt x="171760" y="1211011"/>
                </a:lnTo>
                <a:lnTo>
                  <a:pt x="164166" y="1192679"/>
                </a:lnTo>
                <a:lnTo>
                  <a:pt x="164448" y="1172651"/>
                </a:lnTo>
                <a:lnTo>
                  <a:pt x="164495" y="1169311"/>
                </a:lnTo>
                <a:lnTo>
                  <a:pt x="182886" y="1141788"/>
                </a:lnTo>
                <a:lnTo>
                  <a:pt x="214274" y="1131567"/>
                </a:lnTo>
                <a:lnTo>
                  <a:pt x="224288" y="1132559"/>
                </a:lnTo>
                <a:lnTo>
                  <a:pt x="242620" y="1140153"/>
                </a:lnTo>
                <a:lnTo>
                  <a:pt x="256782" y="1154318"/>
                </a:lnTo>
                <a:lnTo>
                  <a:pt x="264374" y="1172651"/>
                </a:lnTo>
                <a:lnTo>
                  <a:pt x="264373" y="1192679"/>
                </a:lnTo>
                <a:lnTo>
                  <a:pt x="256780" y="1211011"/>
                </a:lnTo>
                <a:lnTo>
                  <a:pt x="242618" y="1225173"/>
                </a:lnTo>
                <a:lnTo>
                  <a:pt x="224287" y="1232766"/>
                </a:lnTo>
                <a:close/>
              </a:path>
              <a:path w="2482215" h="2527300">
                <a:moveTo>
                  <a:pt x="366101" y="1229927"/>
                </a:moveTo>
                <a:lnTo>
                  <a:pt x="341468" y="1216744"/>
                </a:lnTo>
                <a:lnTo>
                  <a:pt x="328287" y="1192112"/>
                </a:lnTo>
                <a:lnTo>
                  <a:pt x="328508" y="1176336"/>
                </a:lnTo>
                <a:lnTo>
                  <a:pt x="328596" y="1170069"/>
                </a:lnTo>
                <a:lnTo>
                  <a:pt x="345941" y="1144107"/>
                </a:lnTo>
                <a:lnTo>
                  <a:pt x="375547" y="1134462"/>
                </a:lnTo>
                <a:lnTo>
                  <a:pt x="388145" y="1135710"/>
                </a:lnTo>
                <a:lnTo>
                  <a:pt x="414109" y="1153056"/>
                </a:lnTo>
                <a:lnTo>
                  <a:pt x="423750" y="1176336"/>
                </a:lnTo>
                <a:lnTo>
                  <a:pt x="417657" y="1206959"/>
                </a:lnTo>
                <a:lnTo>
                  <a:pt x="399841" y="1224772"/>
                </a:lnTo>
                <a:lnTo>
                  <a:pt x="366101" y="1229927"/>
                </a:lnTo>
                <a:close/>
              </a:path>
              <a:path w="2482215" h="2527300">
                <a:moveTo>
                  <a:pt x="524987" y="1226795"/>
                </a:moveTo>
                <a:lnTo>
                  <a:pt x="497247" y="1205498"/>
                </a:lnTo>
                <a:lnTo>
                  <a:pt x="492693" y="1170825"/>
                </a:lnTo>
                <a:lnTo>
                  <a:pt x="508999" y="1146426"/>
                </a:lnTo>
                <a:lnTo>
                  <a:pt x="536828" y="1137367"/>
                </a:lnTo>
                <a:lnTo>
                  <a:pt x="554163" y="1140815"/>
                </a:lnTo>
                <a:lnTo>
                  <a:pt x="574516" y="1157533"/>
                </a:lnTo>
                <a:lnTo>
                  <a:pt x="582128" y="1182666"/>
                </a:lnTo>
                <a:lnTo>
                  <a:pt x="574516" y="1207798"/>
                </a:lnTo>
                <a:lnTo>
                  <a:pt x="554163" y="1224517"/>
                </a:lnTo>
                <a:lnTo>
                  <a:pt x="524987" y="1226795"/>
                </a:lnTo>
                <a:close/>
              </a:path>
              <a:path w="2482215" h="2527300">
                <a:moveTo>
                  <a:pt x="698102" y="1224802"/>
                </a:moveTo>
                <a:lnTo>
                  <a:pt x="674720" y="1217722"/>
                </a:lnTo>
                <a:lnTo>
                  <a:pt x="659166" y="1198790"/>
                </a:lnTo>
                <a:lnTo>
                  <a:pt x="655957" y="1177131"/>
                </a:lnTo>
                <a:lnTo>
                  <a:pt x="672214" y="1148950"/>
                </a:lnTo>
                <a:lnTo>
                  <a:pt x="698102" y="1140522"/>
                </a:lnTo>
                <a:lnTo>
                  <a:pt x="706361" y="1141339"/>
                </a:lnTo>
                <a:lnTo>
                  <a:pt x="727898" y="1152867"/>
                </a:lnTo>
                <a:lnTo>
                  <a:pt x="739422" y="1174406"/>
                </a:lnTo>
                <a:lnTo>
                  <a:pt x="737030" y="1198790"/>
                </a:lnTo>
                <a:lnTo>
                  <a:pt x="721478" y="1217722"/>
                </a:lnTo>
                <a:lnTo>
                  <a:pt x="698102" y="1224802"/>
                </a:lnTo>
                <a:close/>
              </a:path>
              <a:path w="2482215" h="2527300">
                <a:moveTo>
                  <a:pt x="851685" y="1221145"/>
                </a:moveTo>
                <a:lnTo>
                  <a:pt x="831628" y="1210412"/>
                </a:lnTo>
                <a:lnTo>
                  <a:pt x="820896" y="1190357"/>
                </a:lnTo>
                <a:lnTo>
                  <a:pt x="823122" y="1167649"/>
                </a:lnTo>
                <a:lnTo>
                  <a:pt x="837605" y="1150018"/>
                </a:lnTo>
                <a:lnTo>
                  <a:pt x="859376" y="1143425"/>
                </a:lnTo>
                <a:lnTo>
                  <a:pt x="864529" y="1143425"/>
                </a:lnTo>
                <a:lnTo>
                  <a:pt x="890771" y="1158560"/>
                </a:lnTo>
                <a:lnTo>
                  <a:pt x="898623" y="1187820"/>
                </a:lnTo>
                <a:lnTo>
                  <a:pt x="883482" y="1214058"/>
                </a:lnTo>
                <a:lnTo>
                  <a:pt x="851685" y="1221145"/>
                </a:lnTo>
                <a:close/>
              </a:path>
              <a:path w="2482215" h="2527300">
                <a:moveTo>
                  <a:pt x="1027780" y="1218306"/>
                </a:moveTo>
                <a:lnTo>
                  <a:pt x="1002335" y="1214420"/>
                </a:lnTo>
                <a:lnTo>
                  <a:pt x="985245" y="1192165"/>
                </a:lnTo>
                <a:lnTo>
                  <a:pt x="991577" y="1160339"/>
                </a:lnTo>
                <a:lnTo>
                  <a:pt x="1020657" y="1146320"/>
                </a:lnTo>
                <a:lnTo>
                  <a:pt x="1040820" y="1152427"/>
                </a:lnTo>
                <a:lnTo>
                  <a:pt x="1054235" y="1168757"/>
                </a:lnTo>
                <a:lnTo>
                  <a:pt x="1056297" y="1189790"/>
                </a:lnTo>
                <a:lnTo>
                  <a:pt x="1046356" y="1208366"/>
                </a:lnTo>
                <a:lnTo>
                  <a:pt x="1027780" y="1218306"/>
                </a:lnTo>
                <a:close/>
              </a:path>
              <a:path w="2482215" h="2527300">
                <a:moveTo>
                  <a:pt x="1175374" y="1215465"/>
                </a:moveTo>
                <a:lnTo>
                  <a:pt x="1154101" y="1201223"/>
                </a:lnTo>
                <a:lnTo>
                  <a:pt x="1149130" y="1176110"/>
                </a:lnTo>
                <a:lnTo>
                  <a:pt x="1163372" y="1154837"/>
                </a:lnTo>
                <a:lnTo>
                  <a:pt x="1181930" y="1149217"/>
                </a:lnTo>
                <a:lnTo>
                  <a:pt x="1188485" y="1149866"/>
                </a:lnTo>
                <a:lnTo>
                  <a:pt x="1209757" y="1164108"/>
                </a:lnTo>
                <a:lnTo>
                  <a:pt x="1214724" y="1189222"/>
                </a:lnTo>
                <a:lnTo>
                  <a:pt x="1200485" y="1210494"/>
                </a:lnTo>
                <a:lnTo>
                  <a:pt x="1175374" y="1215465"/>
                </a:lnTo>
                <a:close/>
              </a:path>
              <a:path w="2482215" h="2527300">
                <a:moveTo>
                  <a:pt x="1339197" y="1213218"/>
                </a:moveTo>
                <a:lnTo>
                  <a:pt x="1316508" y="1198065"/>
                </a:lnTo>
                <a:lnTo>
                  <a:pt x="1316508" y="1167266"/>
                </a:lnTo>
                <a:lnTo>
                  <a:pt x="1343200" y="1152113"/>
                </a:lnTo>
                <a:lnTo>
                  <a:pt x="1351190" y="1152902"/>
                </a:lnTo>
                <a:lnTo>
                  <a:pt x="1372970" y="1174681"/>
                </a:lnTo>
                <a:lnTo>
                  <a:pt x="1367650" y="1201433"/>
                </a:lnTo>
                <a:lnTo>
                  <a:pt x="1339197" y="1213218"/>
                </a:lnTo>
                <a:close/>
              </a:path>
              <a:path w="2482215" h="2527300">
                <a:moveTo>
                  <a:pt x="1504487" y="1210323"/>
                </a:moveTo>
                <a:lnTo>
                  <a:pt x="1482354" y="1199653"/>
                </a:lnTo>
                <a:lnTo>
                  <a:pt x="1480315" y="1168725"/>
                </a:lnTo>
                <a:lnTo>
                  <a:pt x="1504487" y="1155010"/>
                </a:lnTo>
                <a:lnTo>
                  <a:pt x="1518853" y="1157926"/>
                </a:lnTo>
                <a:lnTo>
                  <a:pt x="1532144" y="1175331"/>
                </a:lnTo>
                <a:lnTo>
                  <a:pt x="1529215" y="1197034"/>
                </a:lnTo>
                <a:lnTo>
                  <a:pt x="1518853" y="1207405"/>
                </a:lnTo>
                <a:lnTo>
                  <a:pt x="1504487" y="1210323"/>
                </a:lnTo>
                <a:close/>
              </a:path>
              <a:path w="2482215" h="2527300">
                <a:moveTo>
                  <a:pt x="1672317" y="1207418"/>
                </a:moveTo>
                <a:lnTo>
                  <a:pt x="1652891" y="1204812"/>
                </a:lnTo>
                <a:lnTo>
                  <a:pt x="1640990" y="1189232"/>
                </a:lnTo>
                <a:lnTo>
                  <a:pt x="1641764" y="1176099"/>
                </a:lnTo>
                <a:lnTo>
                  <a:pt x="1665755" y="1157905"/>
                </a:lnTo>
                <a:lnTo>
                  <a:pt x="1678620" y="1160515"/>
                </a:lnTo>
                <a:lnTo>
                  <a:pt x="1690520" y="1176099"/>
                </a:lnTo>
                <a:lnTo>
                  <a:pt x="1687906" y="1195525"/>
                </a:lnTo>
                <a:lnTo>
                  <a:pt x="1672317" y="1207418"/>
                </a:lnTo>
                <a:close/>
              </a:path>
              <a:path w="2482215" h="2527300">
                <a:moveTo>
                  <a:pt x="1821240" y="1204523"/>
                </a:moveTo>
                <a:lnTo>
                  <a:pt x="1807486" y="1194022"/>
                </a:lnTo>
                <a:lnTo>
                  <a:pt x="1805169" y="1179795"/>
                </a:lnTo>
                <a:lnTo>
                  <a:pt x="1827023" y="1160801"/>
                </a:lnTo>
                <a:lnTo>
                  <a:pt x="1832751" y="1161366"/>
                </a:lnTo>
                <a:lnTo>
                  <a:pt x="1848322" y="1188379"/>
                </a:lnTo>
                <a:lnTo>
                  <a:pt x="1821240" y="1204523"/>
                </a:lnTo>
                <a:close/>
              </a:path>
              <a:path w="2482215" h="2527300">
                <a:moveTo>
                  <a:pt x="1988310" y="1201627"/>
                </a:moveTo>
                <a:lnTo>
                  <a:pt x="1969829" y="1187621"/>
                </a:lnTo>
                <a:lnTo>
                  <a:pt x="1988310" y="1163704"/>
                </a:lnTo>
                <a:lnTo>
                  <a:pt x="1993331" y="1163704"/>
                </a:lnTo>
                <a:lnTo>
                  <a:pt x="2005271" y="1172814"/>
                </a:lnTo>
                <a:lnTo>
                  <a:pt x="2007263" y="1187621"/>
                </a:lnTo>
                <a:lnTo>
                  <a:pt x="1998171" y="1199627"/>
                </a:lnTo>
                <a:lnTo>
                  <a:pt x="1988310" y="1201627"/>
                </a:lnTo>
                <a:close/>
              </a:path>
              <a:path w="2482215" h="2527300">
                <a:moveTo>
                  <a:pt x="2157790" y="1196799"/>
                </a:moveTo>
                <a:lnTo>
                  <a:pt x="2141384" y="1196799"/>
                </a:lnTo>
                <a:lnTo>
                  <a:pt x="2133785" y="1182666"/>
                </a:lnTo>
                <a:lnTo>
                  <a:pt x="2149597" y="1166860"/>
                </a:lnTo>
                <a:lnTo>
                  <a:pt x="2153786" y="1166860"/>
                </a:lnTo>
                <a:lnTo>
                  <a:pt x="2163722" y="1174455"/>
                </a:lnTo>
                <a:lnTo>
                  <a:pt x="2165390" y="1186856"/>
                </a:lnTo>
                <a:lnTo>
                  <a:pt x="2157790" y="1196799"/>
                </a:lnTo>
                <a:close/>
              </a:path>
              <a:path w="2482215" h="2527300">
                <a:moveTo>
                  <a:pt x="2307436" y="1195568"/>
                </a:moveTo>
                <a:lnTo>
                  <a:pt x="2297963" y="1182666"/>
                </a:lnTo>
                <a:lnTo>
                  <a:pt x="2310865" y="1169756"/>
                </a:lnTo>
                <a:lnTo>
                  <a:pt x="2307436" y="1195568"/>
                </a:lnTo>
                <a:close/>
              </a:path>
              <a:path w="2482215" h="2527300">
                <a:moveTo>
                  <a:pt x="2472133" y="1192672"/>
                </a:moveTo>
                <a:lnTo>
                  <a:pt x="2472133" y="1172659"/>
                </a:lnTo>
                <a:lnTo>
                  <a:pt x="2482143" y="1180012"/>
                </a:lnTo>
                <a:lnTo>
                  <a:pt x="2472133" y="1192672"/>
                </a:lnTo>
                <a:close/>
              </a:path>
              <a:path w="2482215" h="2527300">
                <a:moveTo>
                  <a:pt x="63581" y="1396886"/>
                </a:moveTo>
                <a:lnTo>
                  <a:pt x="38886" y="1396538"/>
                </a:lnTo>
                <a:lnTo>
                  <a:pt x="9804" y="1377106"/>
                </a:lnTo>
                <a:lnTo>
                  <a:pt x="0" y="1353432"/>
                </a:lnTo>
                <a:lnTo>
                  <a:pt x="0" y="1346029"/>
                </a:lnTo>
                <a:lnTo>
                  <a:pt x="5828" y="1316725"/>
                </a:lnTo>
                <a:lnTo>
                  <a:pt x="25784" y="1296768"/>
                </a:lnTo>
                <a:lnTo>
                  <a:pt x="53000" y="1289945"/>
                </a:lnTo>
                <a:lnTo>
                  <a:pt x="63581" y="1290992"/>
                </a:lnTo>
                <a:lnTo>
                  <a:pt x="82953" y="1299018"/>
                </a:lnTo>
                <a:lnTo>
                  <a:pt x="97918" y="1313984"/>
                </a:lnTo>
                <a:lnTo>
                  <a:pt x="105941" y="1333358"/>
                </a:lnTo>
                <a:lnTo>
                  <a:pt x="105941" y="1354522"/>
                </a:lnTo>
                <a:lnTo>
                  <a:pt x="97918" y="1373894"/>
                </a:lnTo>
                <a:lnTo>
                  <a:pt x="82953" y="1388861"/>
                </a:lnTo>
                <a:lnTo>
                  <a:pt x="63581" y="1396886"/>
                </a:lnTo>
                <a:close/>
              </a:path>
              <a:path w="2482215" h="2527300">
                <a:moveTo>
                  <a:pt x="207563" y="1395038"/>
                </a:moveTo>
                <a:lnTo>
                  <a:pt x="182886" y="1384817"/>
                </a:lnTo>
                <a:lnTo>
                  <a:pt x="164495" y="1357296"/>
                </a:lnTo>
                <a:lnTo>
                  <a:pt x="167065" y="1324386"/>
                </a:lnTo>
                <a:lnTo>
                  <a:pt x="178142" y="1307810"/>
                </a:lnTo>
                <a:lnTo>
                  <a:pt x="194720" y="1296735"/>
                </a:lnTo>
                <a:lnTo>
                  <a:pt x="214274" y="1292848"/>
                </a:lnTo>
                <a:lnTo>
                  <a:pt x="233813" y="1296735"/>
                </a:lnTo>
                <a:lnTo>
                  <a:pt x="250397" y="1307810"/>
                </a:lnTo>
                <a:lnTo>
                  <a:pt x="261474" y="1324386"/>
                </a:lnTo>
                <a:lnTo>
                  <a:pt x="265364" y="1343940"/>
                </a:lnTo>
                <a:lnTo>
                  <a:pt x="261476" y="1363492"/>
                </a:lnTo>
                <a:lnTo>
                  <a:pt x="250401" y="1380070"/>
                </a:lnTo>
                <a:lnTo>
                  <a:pt x="233826" y="1391147"/>
                </a:lnTo>
                <a:lnTo>
                  <a:pt x="207563" y="1395038"/>
                </a:lnTo>
                <a:close/>
              </a:path>
              <a:path w="2482215" h="2527300">
                <a:moveTo>
                  <a:pt x="369217" y="1392141"/>
                </a:moveTo>
                <a:lnTo>
                  <a:pt x="345941" y="1382498"/>
                </a:lnTo>
                <a:lnTo>
                  <a:pt x="328596" y="1356538"/>
                </a:lnTo>
                <a:lnTo>
                  <a:pt x="331021" y="1325496"/>
                </a:lnTo>
                <a:lnTo>
                  <a:pt x="348808" y="1303842"/>
                </a:lnTo>
                <a:lnTo>
                  <a:pt x="375547" y="1295743"/>
                </a:lnTo>
                <a:lnTo>
                  <a:pt x="388145" y="1296989"/>
                </a:lnTo>
                <a:lnTo>
                  <a:pt x="414107" y="1314333"/>
                </a:lnTo>
                <a:lnTo>
                  <a:pt x="423750" y="1337610"/>
                </a:lnTo>
                <a:lnTo>
                  <a:pt x="417659" y="1368234"/>
                </a:lnTo>
                <a:lnTo>
                  <a:pt x="399841" y="1386051"/>
                </a:lnTo>
                <a:lnTo>
                  <a:pt x="369217" y="1392141"/>
                </a:lnTo>
                <a:close/>
              </a:path>
              <a:path w="2482215" h="2527300">
                <a:moveTo>
                  <a:pt x="524987" y="1388068"/>
                </a:moveTo>
                <a:lnTo>
                  <a:pt x="497247" y="1366773"/>
                </a:lnTo>
                <a:lnTo>
                  <a:pt x="492693" y="1332099"/>
                </a:lnTo>
                <a:lnTo>
                  <a:pt x="508999" y="1307699"/>
                </a:lnTo>
                <a:lnTo>
                  <a:pt x="536828" y="1298640"/>
                </a:lnTo>
                <a:lnTo>
                  <a:pt x="554163" y="1302089"/>
                </a:lnTo>
                <a:lnTo>
                  <a:pt x="574516" y="1318808"/>
                </a:lnTo>
                <a:lnTo>
                  <a:pt x="582128" y="1343940"/>
                </a:lnTo>
                <a:lnTo>
                  <a:pt x="574516" y="1369072"/>
                </a:lnTo>
                <a:lnTo>
                  <a:pt x="554163" y="1385791"/>
                </a:lnTo>
                <a:lnTo>
                  <a:pt x="524987" y="1388068"/>
                </a:lnTo>
                <a:close/>
              </a:path>
              <a:path w="2482215" h="2527300">
                <a:moveTo>
                  <a:pt x="709115" y="1384993"/>
                </a:moveTo>
                <a:lnTo>
                  <a:pt x="676861" y="1380759"/>
                </a:lnTo>
                <a:lnTo>
                  <a:pt x="657047" y="1354955"/>
                </a:lnTo>
                <a:lnTo>
                  <a:pt x="659167" y="1327813"/>
                </a:lnTo>
                <a:lnTo>
                  <a:pt x="674721" y="1308880"/>
                </a:lnTo>
                <a:lnTo>
                  <a:pt x="698102" y="1301803"/>
                </a:lnTo>
                <a:lnTo>
                  <a:pt x="714226" y="1305010"/>
                </a:lnTo>
                <a:lnTo>
                  <a:pt x="733158" y="1320562"/>
                </a:lnTo>
                <a:lnTo>
                  <a:pt x="740239" y="1343940"/>
                </a:lnTo>
                <a:lnTo>
                  <a:pt x="734916" y="1365179"/>
                </a:lnTo>
                <a:lnTo>
                  <a:pt x="709115" y="1384993"/>
                </a:lnTo>
                <a:close/>
              </a:path>
              <a:path w="2482215" h="2527300">
                <a:moveTo>
                  <a:pt x="869634" y="1382174"/>
                </a:moveTo>
                <a:lnTo>
                  <a:pt x="839597" y="1378225"/>
                </a:lnTo>
                <a:lnTo>
                  <a:pt x="821148" y="1354196"/>
                </a:lnTo>
                <a:lnTo>
                  <a:pt x="823122" y="1328923"/>
                </a:lnTo>
                <a:lnTo>
                  <a:pt x="837605" y="1311292"/>
                </a:lnTo>
                <a:lnTo>
                  <a:pt x="859376" y="1304698"/>
                </a:lnTo>
                <a:lnTo>
                  <a:pt x="879156" y="1309657"/>
                </a:lnTo>
                <a:lnTo>
                  <a:pt x="897607" y="1333682"/>
                </a:lnTo>
                <a:lnTo>
                  <a:pt x="893665" y="1363720"/>
                </a:lnTo>
                <a:lnTo>
                  <a:pt x="869634" y="1382174"/>
                </a:lnTo>
                <a:close/>
              </a:path>
              <a:path w="2482215" h="2527300">
                <a:moveTo>
                  <a:pt x="1027780" y="1379580"/>
                </a:moveTo>
                <a:lnTo>
                  <a:pt x="1002335" y="1375693"/>
                </a:lnTo>
                <a:lnTo>
                  <a:pt x="985245" y="1353440"/>
                </a:lnTo>
                <a:lnTo>
                  <a:pt x="991577" y="1321613"/>
                </a:lnTo>
                <a:lnTo>
                  <a:pt x="1020657" y="1307595"/>
                </a:lnTo>
                <a:lnTo>
                  <a:pt x="1040820" y="1313702"/>
                </a:lnTo>
                <a:lnTo>
                  <a:pt x="1054235" y="1330032"/>
                </a:lnTo>
                <a:lnTo>
                  <a:pt x="1056297" y="1351064"/>
                </a:lnTo>
                <a:lnTo>
                  <a:pt x="1046356" y="1369639"/>
                </a:lnTo>
                <a:lnTo>
                  <a:pt x="1027780" y="1379580"/>
                </a:lnTo>
                <a:close/>
              </a:path>
              <a:path w="2482215" h="2527300">
                <a:moveTo>
                  <a:pt x="1175374" y="1376739"/>
                </a:moveTo>
                <a:lnTo>
                  <a:pt x="1154101" y="1362496"/>
                </a:lnTo>
                <a:lnTo>
                  <a:pt x="1149130" y="1337384"/>
                </a:lnTo>
                <a:lnTo>
                  <a:pt x="1163372" y="1316110"/>
                </a:lnTo>
                <a:lnTo>
                  <a:pt x="1181930" y="1310491"/>
                </a:lnTo>
                <a:lnTo>
                  <a:pt x="1188485" y="1311139"/>
                </a:lnTo>
                <a:lnTo>
                  <a:pt x="1209757" y="1325382"/>
                </a:lnTo>
                <a:lnTo>
                  <a:pt x="1214724" y="1350495"/>
                </a:lnTo>
                <a:lnTo>
                  <a:pt x="1200485" y="1371768"/>
                </a:lnTo>
                <a:lnTo>
                  <a:pt x="1175374" y="1376739"/>
                </a:lnTo>
                <a:close/>
              </a:path>
              <a:path w="2482215" h="2527300">
                <a:moveTo>
                  <a:pt x="1339197" y="1374492"/>
                </a:moveTo>
                <a:lnTo>
                  <a:pt x="1316508" y="1359338"/>
                </a:lnTo>
                <a:lnTo>
                  <a:pt x="1316508" y="1328540"/>
                </a:lnTo>
                <a:lnTo>
                  <a:pt x="1343200" y="1313386"/>
                </a:lnTo>
                <a:lnTo>
                  <a:pt x="1351190" y="1314178"/>
                </a:lnTo>
                <a:lnTo>
                  <a:pt x="1372970" y="1335955"/>
                </a:lnTo>
                <a:lnTo>
                  <a:pt x="1367650" y="1362707"/>
                </a:lnTo>
                <a:lnTo>
                  <a:pt x="1339197" y="1374492"/>
                </a:lnTo>
                <a:close/>
              </a:path>
              <a:path w="2482215" h="2527300">
                <a:moveTo>
                  <a:pt x="1504487" y="1371597"/>
                </a:moveTo>
                <a:lnTo>
                  <a:pt x="1482354" y="1360927"/>
                </a:lnTo>
                <a:lnTo>
                  <a:pt x="1480315" y="1330001"/>
                </a:lnTo>
                <a:lnTo>
                  <a:pt x="1504487" y="1316284"/>
                </a:lnTo>
                <a:lnTo>
                  <a:pt x="1518853" y="1319199"/>
                </a:lnTo>
                <a:lnTo>
                  <a:pt x="1532144" y="1336605"/>
                </a:lnTo>
                <a:lnTo>
                  <a:pt x="1529215" y="1358308"/>
                </a:lnTo>
                <a:lnTo>
                  <a:pt x="1518853" y="1368681"/>
                </a:lnTo>
                <a:lnTo>
                  <a:pt x="1504487" y="1371597"/>
                </a:lnTo>
                <a:close/>
              </a:path>
              <a:path w="2482215" h="2527300">
                <a:moveTo>
                  <a:pt x="1672317" y="1368699"/>
                </a:moveTo>
                <a:lnTo>
                  <a:pt x="1653280" y="1365572"/>
                </a:lnTo>
                <a:lnTo>
                  <a:pt x="1640990" y="1337374"/>
                </a:lnTo>
                <a:lnTo>
                  <a:pt x="1652891" y="1321793"/>
                </a:lnTo>
                <a:lnTo>
                  <a:pt x="1665755" y="1319186"/>
                </a:lnTo>
                <a:lnTo>
                  <a:pt x="1678610" y="1321793"/>
                </a:lnTo>
                <a:lnTo>
                  <a:pt x="1690520" y="1337374"/>
                </a:lnTo>
                <a:lnTo>
                  <a:pt x="1687906" y="1356803"/>
                </a:lnTo>
                <a:lnTo>
                  <a:pt x="1672317" y="1368699"/>
                </a:lnTo>
                <a:close/>
              </a:path>
              <a:path w="2482215" h="2527300">
                <a:moveTo>
                  <a:pt x="1821314" y="1365237"/>
                </a:moveTo>
                <a:lnTo>
                  <a:pt x="1805169" y="1338144"/>
                </a:lnTo>
                <a:lnTo>
                  <a:pt x="1815679" y="1324386"/>
                </a:lnTo>
                <a:lnTo>
                  <a:pt x="1827023" y="1322082"/>
                </a:lnTo>
                <a:lnTo>
                  <a:pt x="1832751" y="1322647"/>
                </a:lnTo>
                <a:lnTo>
                  <a:pt x="1848340" y="1349655"/>
                </a:lnTo>
                <a:lnTo>
                  <a:pt x="1821314" y="1365237"/>
                </a:lnTo>
                <a:close/>
              </a:path>
              <a:path w="2482215" h="2527300">
                <a:moveTo>
                  <a:pt x="1988310" y="1362901"/>
                </a:moveTo>
                <a:lnTo>
                  <a:pt x="1969829" y="1348897"/>
                </a:lnTo>
                <a:lnTo>
                  <a:pt x="1988310" y="1324979"/>
                </a:lnTo>
                <a:lnTo>
                  <a:pt x="1993333" y="1324979"/>
                </a:lnTo>
                <a:lnTo>
                  <a:pt x="2005271" y="1334088"/>
                </a:lnTo>
                <a:lnTo>
                  <a:pt x="2007263" y="1348897"/>
                </a:lnTo>
                <a:lnTo>
                  <a:pt x="1998171" y="1360903"/>
                </a:lnTo>
                <a:lnTo>
                  <a:pt x="1988310" y="1362901"/>
                </a:lnTo>
                <a:close/>
              </a:path>
              <a:path w="2482215" h="2527300">
                <a:moveTo>
                  <a:pt x="2149597" y="1359746"/>
                </a:moveTo>
                <a:lnTo>
                  <a:pt x="2135453" y="1335730"/>
                </a:lnTo>
                <a:lnTo>
                  <a:pt x="2149597" y="1328141"/>
                </a:lnTo>
                <a:lnTo>
                  <a:pt x="2153786" y="1328141"/>
                </a:lnTo>
                <a:lnTo>
                  <a:pt x="2163719" y="1335730"/>
                </a:lnTo>
                <a:lnTo>
                  <a:pt x="2163722" y="1352150"/>
                </a:lnTo>
                <a:lnTo>
                  <a:pt x="2149597" y="1359746"/>
                </a:lnTo>
                <a:close/>
              </a:path>
              <a:path w="2482215" h="2527300">
                <a:moveTo>
                  <a:pt x="2472133" y="1353946"/>
                </a:moveTo>
                <a:lnTo>
                  <a:pt x="2472133" y="1333932"/>
                </a:lnTo>
                <a:lnTo>
                  <a:pt x="2482143" y="1341286"/>
                </a:lnTo>
                <a:lnTo>
                  <a:pt x="2472133" y="1353946"/>
                </a:lnTo>
                <a:close/>
              </a:path>
              <a:path w="2482215" h="2527300">
                <a:moveTo>
                  <a:pt x="53000" y="1559209"/>
                </a:moveTo>
                <a:lnTo>
                  <a:pt x="32334" y="1555097"/>
                </a:lnTo>
                <a:lnTo>
                  <a:pt x="14818" y="1543394"/>
                </a:lnTo>
                <a:lnTo>
                  <a:pt x="3115" y="1525880"/>
                </a:lnTo>
                <a:lnTo>
                  <a:pt x="0" y="1510219"/>
                </a:lnTo>
                <a:lnTo>
                  <a:pt x="0" y="1501252"/>
                </a:lnTo>
                <a:lnTo>
                  <a:pt x="5828" y="1478006"/>
                </a:lnTo>
                <a:lnTo>
                  <a:pt x="25784" y="1458047"/>
                </a:lnTo>
                <a:lnTo>
                  <a:pt x="53000" y="1451226"/>
                </a:lnTo>
                <a:lnTo>
                  <a:pt x="73660" y="1455337"/>
                </a:lnTo>
                <a:lnTo>
                  <a:pt x="91176" y="1467041"/>
                </a:lnTo>
                <a:lnTo>
                  <a:pt x="102878" y="1484558"/>
                </a:lnTo>
                <a:lnTo>
                  <a:pt x="106988" y="1505219"/>
                </a:lnTo>
                <a:lnTo>
                  <a:pt x="102876" y="1525880"/>
                </a:lnTo>
                <a:lnTo>
                  <a:pt x="91172" y="1543394"/>
                </a:lnTo>
                <a:lnTo>
                  <a:pt x="73659" y="1555097"/>
                </a:lnTo>
                <a:lnTo>
                  <a:pt x="53000" y="1559209"/>
                </a:lnTo>
                <a:close/>
              </a:path>
              <a:path w="2482215" h="2527300">
                <a:moveTo>
                  <a:pt x="224287" y="1555321"/>
                </a:moveTo>
                <a:lnTo>
                  <a:pt x="204256" y="1555321"/>
                </a:lnTo>
                <a:lnTo>
                  <a:pt x="185923" y="1547728"/>
                </a:lnTo>
                <a:lnTo>
                  <a:pt x="171760" y="1533565"/>
                </a:lnTo>
                <a:lnTo>
                  <a:pt x="164166" y="1515233"/>
                </a:lnTo>
                <a:lnTo>
                  <a:pt x="164448" y="1495205"/>
                </a:lnTo>
                <a:lnTo>
                  <a:pt x="164495" y="1491866"/>
                </a:lnTo>
                <a:lnTo>
                  <a:pt x="182886" y="1464343"/>
                </a:lnTo>
                <a:lnTo>
                  <a:pt x="214274" y="1454121"/>
                </a:lnTo>
                <a:lnTo>
                  <a:pt x="224288" y="1455113"/>
                </a:lnTo>
                <a:lnTo>
                  <a:pt x="242620" y="1462708"/>
                </a:lnTo>
                <a:lnTo>
                  <a:pt x="256782" y="1476872"/>
                </a:lnTo>
                <a:lnTo>
                  <a:pt x="264374" y="1495205"/>
                </a:lnTo>
                <a:lnTo>
                  <a:pt x="264373" y="1515233"/>
                </a:lnTo>
                <a:lnTo>
                  <a:pt x="256780" y="1533565"/>
                </a:lnTo>
                <a:lnTo>
                  <a:pt x="242618" y="1547728"/>
                </a:lnTo>
                <a:lnTo>
                  <a:pt x="224287" y="1555321"/>
                </a:lnTo>
                <a:close/>
              </a:path>
              <a:path w="2482215" h="2527300">
                <a:moveTo>
                  <a:pt x="366101" y="1552481"/>
                </a:moveTo>
                <a:lnTo>
                  <a:pt x="341468" y="1539299"/>
                </a:lnTo>
                <a:lnTo>
                  <a:pt x="328287" y="1514666"/>
                </a:lnTo>
                <a:lnTo>
                  <a:pt x="328508" y="1498889"/>
                </a:lnTo>
                <a:lnTo>
                  <a:pt x="328596" y="1492622"/>
                </a:lnTo>
                <a:lnTo>
                  <a:pt x="345941" y="1466661"/>
                </a:lnTo>
                <a:lnTo>
                  <a:pt x="375547" y="1457019"/>
                </a:lnTo>
                <a:lnTo>
                  <a:pt x="388145" y="1458264"/>
                </a:lnTo>
                <a:lnTo>
                  <a:pt x="414109" y="1475611"/>
                </a:lnTo>
                <a:lnTo>
                  <a:pt x="423750" y="1498889"/>
                </a:lnTo>
                <a:lnTo>
                  <a:pt x="417657" y="1529513"/>
                </a:lnTo>
                <a:lnTo>
                  <a:pt x="399841" y="1547327"/>
                </a:lnTo>
                <a:lnTo>
                  <a:pt x="366101" y="1552481"/>
                </a:lnTo>
                <a:close/>
              </a:path>
              <a:path w="2482215" h="2527300">
                <a:moveTo>
                  <a:pt x="524987" y="1549349"/>
                </a:moveTo>
                <a:lnTo>
                  <a:pt x="497247" y="1528053"/>
                </a:lnTo>
                <a:lnTo>
                  <a:pt x="492691" y="1493378"/>
                </a:lnTo>
                <a:lnTo>
                  <a:pt x="508997" y="1468975"/>
                </a:lnTo>
                <a:lnTo>
                  <a:pt x="536828" y="1459914"/>
                </a:lnTo>
                <a:lnTo>
                  <a:pt x="564650" y="1468975"/>
                </a:lnTo>
                <a:lnTo>
                  <a:pt x="582128" y="1499271"/>
                </a:lnTo>
                <a:lnTo>
                  <a:pt x="574516" y="1530352"/>
                </a:lnTo>
                <a:lnTo>
                  <a:pt x="554163" y="1547071"/>
                </a:lnTo>
                <a:lnTo>
                  <a:pt x="524987" y="1549349"/>
                </a:lnTo>
                <a:close/>
              </a:path>
              <a:path w="2482215" h="2527300">
                <a:moveTo>
                  <a:pt x="698102" y="1547357"/>
                </a:moveTo>
                <a:lnTo>
                  <a:pt x="674720" y="1540277"/>
                </a:lnTo>
                <a:lnTo>
                  <a:pt x="659166" y="1521345"/>
                </a:lnTo>
                <a:lnTo>
                  <a:pt x="655957" y="1499686"/>
                </a:lnTo>
                <a:lnTo>
                  <a:pt x="672214" y="1471505"/>
                </a:lnTo>
                <a:lnTo>
                  <a:pt x="698102" y="1463076"/>
                </a:lnTo>
                <a:lnTo>
                  <a:pt x="706361" y="1463894"/>
                </a:lnTo>
                <a:lnTo>
                  <a:pt x="727898" y="1475422"/>
                </a:lnTo>
                <a:lnTo>
                  <a:pt x="739422" y="1496960"/>
                </a:lnTo>
                <a:lnTo>
                  <a:pt x="737030" y="1521345"/>
                </a:lnTo>
                <a:lnTo>
                  <a:pt x="721478" y="1540277"/>
                </a:lnTo>
                <a:lnTo>
                  <a:pt x="698102" y="1547357"/>
                </a:lnTo>
                <a:close/>
              </a:path>
              <a:path w="2482215" h="2527300">
                <a:moveTo>
                  <a:pt x="869632" y="1543447"/>
                </a:moveTo>
                <a:lnTo>
                  <a:pt x="844359" y="1541474"/>
                </a:lnTo>
                <a:lnTo>
                  <a:pt x="826728" y="1526990"/>
                </a:lnTo>
                <a:lnTo>
                  <a:pt x="820134" y="1500066"/>
                </a:lnTo>
                <a:lnTo>
                  <a:pt x="835271" y="1473824"/>
                </a:lnTo>
                <a:lnTo>
                  <a:pt x="859376" y="1465972"/>
                </a:lnTo>
                <a:lnTo>
                  <a:pt x="879158" y="1470930"/>
                </a:lnTo>
                <a:lnTo>
                  <a:pt x="897609" y="1494961"/>
                </a:lnTo>
                <a:lnTo>
                  <a:pt x="893663" y="1525000"/>
                </a:lnTo>
                <a:lnTo>
                  <a:pt x="869632" y="1543447"/>
                </a:lnTo>
                <a:close/>
              </a:path>
              <a:path w="2482215" h="2527300">
                <a:moveTo>
                  <a:pt x="1027780" y="1540860"/>
                </a:moveTo>
                <a:lnTo>
                  <a:pt x="1002335" y="1536974"/>
                </a:lnTo>
                <a:lnTo>
                  <a:pt x="985245" y="1514719"/>
                </a:lnTo>
                <a:lnTo>
                  <a:pt x="991575" y="1482890"/>
                </a:lnTo>
                <a:lnTo>
                  <a:pt x="1020657" y="1468869"/>
                </a:lnTo>
                <a:lnTo>
                  <a:pt x="1025430" y="1468869"/>
                </a:lnTo>
                <a:lnTo>
                  <a:pt x="1049730" y="1482890"/>
                </a:lnTo>
                <a:lnTo>
                  <a:pt x="1056297" y="1512343"/>
                </a:lnTo>
                <a:lnTo>
                  <a:pt x="1046356" y="1530918"/>
                </a:lnTo>
                <a:lnTo>
                  <a:pt x="1027780" y="1540860"/>
                </a:lnTo>
                <a:close/>
              </a:path>
              <a:path w="2482215" h="2527300">
                <a:moveTo>
                  <a:pt x="1175374" y="1538020"/>
                </a:moveTo>
                <a:lnTo>
                  <a:pt x="1154101" y="1523778"/>
                </a:lnTo>
                <a:lnTo>
                  <a:pt x="1148481" y="1505219"/>
                </a:lnTo>
                <a:lnTo>
                  <a:pt x="1155169" y="1484670"/>
                </a:lnTo>
                <a:lnTo>
                  <a:pt x="1181930" y="1471765"/>
                </a:lnTo>
                <a:lnTo>
                  <a:pt x="1186324" y="1471765"/>
                </a:lnTo>
                <a:lnTo>
                  <a:pt x="1208699" y="1484670"/>
                </a:lnTo>
                <a:lnTo>
                  <a:pt x="1214724" y="1511776"/>
                </a:lnTo>
                <a:lnTo>
                  <a:pt x="1200485" y="1533049"/>
                </a:lnTo>
                <a:lnTo>
                  <a:pt x="1175374" y="1538020"/>
                </a:lnTo>
                <a:close/>
              </a:path>
              <a:path w="2482215" h="2527300">
                <a:moveTo>
                  <a:pt x="1351301" y="1535766"/>
                </a:moveTo>
                <a:lnTo>
                  <a:pt x="1327333" y="1532548"/>
                </a:lnTo>
                <a:lnTo>
                  <a:pt x="1312652" y="1513322"/>
                </a:lnTo>
                <a:lnTo>
                  <a:pt x="1316508" y="1489821"/>
                </a:lnTo>
                <a:lnTo>
                  <a:pt x="1343200" y="1474667"/>
                </a:lnTo>
                <a:lnTo>
                  <a:pt x="1347223" y="1474667"/>
                </a:lnTo>
                <a:lnTo>
                  <a:pt x="1369893" y="1489821"/>
                </a:lnTo>
                <a:lnTo>
                  <a:pt x="1370542" y="1521092"/>
                </a:lnTo>
                <a:lnTo>
                  <a:pt x="1351301" y="1535766"/>
                </a:lnTo>
                <a:close/>
              </a:path>
              <a:path w="2482215" h="2527300">
                <a:moveTo>
                  <a:pt x="1511809" y="1532868"/>
                </a:moveTo>
                <a:lnTo>
                  <a:pt x="1490121" y="1529958"/>
                </a:lnTo>
                <a:lnTo>
                  <a:pt x="1476831" y="1512554"/>
                </a:lnTo>
                <a:lnTo>
                  <a:pt x="1480315" y="1491280"/>
                </a:lnTo>
                <a:lnTo>
                  <a:pt x="1504487" y="1477563"/>
                </a:lnTo>
                <a:lnTo>
                  <a:pt x="1518853" y="1480479"/>
                </a:lnTo>
                <a:lnTo>
                  <a:pt x="1532144" y="1497886"/>
                </a:lnTo>
                <a:lnTo>
                  <a:pt x="1529215" y="1519585"/>
                </a:lnTo>
                <a:lnTo>
                  <a:pt x="1511809" y="1532868"/>
                </a:lnTo>
                <a:close/>
              </a:path>
              <a:path w="2482215" h="2527300">
                <a:moveTo>
                  <a:pt x="1672317" y="1529975"/>
                </a:moveTo>
                <a:lnTo>
                  <a:pt x="1652891" y="1527367"/>
                </a:lnTo>
                <a:lnTo>
                  <a:pt x="1640990" y="1511787"/>
                </a:lnTo>
                <a:lnTo>
                  <a:pt x="1641639" y="1498748"/>
                </a:lnTo>
                <a:lnTo>
                  <a:pt x="1665755" y="1480460"/>
                </a:lnTo>
                <a:lnTo>
                  <a:pt x="1685571" y="1490010"/>
                </a:lnTo>
                <a:lnTo>
                  <a:pt x="1687906" y="1518084"/>
                </a:lnTo>
                <a:lnTo>
                  <a:pt x="1672317" y="1529975"/>
                </a:lnTo>
                <a:close/>
              </a:path>
              <a:path w="2482215" h="2527300">
                <a:moveTo>
                  <a:pt x="1821240" y="1527078"/>
                </a:moveTo>
                <a:lnTo>
                  <a:pt x="1807486" y="1516577"/>
                </a:lnTo>
                <a:lnTo>
                  <a:pt x="1805169" y="1502350"/>
                </a:lnTo>
                <a:lnTo>
                  <a:pt x="1827023" y="1483355"/>
                </a:lnTo>
                <a:lnTo>
                  <a:pt x="1832751" y="1483921"/>
                </a:lnTo>
                <a:lnTo>
                  <a:pt x="1848322" y="1510934"/>
                </a:lnTo>
                <a:lnTo>
                  <a:pt x="1821240" y="1527078"/>
                </a:lnTo>
                <a:close/>
              </a:path>
              <a:path w="2482215" h="2527300">
                <a:moveTo>
                  <a:pt x="1988310" y="1524182"/>
                </a:moveTo>
                <a:lnTo>
                  <a:pt x="1969829" y="1510178"/>
                </a:lnTo>
                <a:lnTo>
                  <a:pt x="1988310" y="1486253"/>
                </a:lnTo>
                <a:lnTo>
                  <a:pt x="1990812" y="1486253"/>
                </a:lnTo>
                <a:lnTo>
                  <a:pt x="2007225" y="1510178"/>
                </a:lnTo>
                <a:lnTo>
                  <a:pt x="1998171" y="1522184"/>
                </a:lnTo>
                <a:lnTo>
                  <a:pt x="1988310" y="1524182"/>
                </a:lnTo>
                <a:close/>
              </a:path>
              <a:path w="2482215" h="2527300">
                <a:moveTo>
                  <a:pt x="2157790" y="1519353"/>
                </a:moveTo>
                <a:lnTo>
                  <a:pt x="2141384" y="1519353"/>
                </a:lnTo>
                <a:lnTo>
                  <a:pt x="2133785" y="1505219"/>
                </a:lnTo>
                <a:lnTo>
                  <a:pt x="2149597" y="1489415"/>
                </a:lnTo>
                <a:lnTo>
                  <a:pt x="2153786" y="1489415"/>
                </a:lnTo>
                <a:lnTo>
                  <a:pt x="2163722" y="1497009"/>
                </a:lnTo>
                <a:lnTo>
                  <a:pt x="2165390" y="1509410"/>
                </a:lnTo>
                <a:lnTo>
                  <a:pt x="2157790" y="1519353"/>
                </a:lnTo>
                <a:close/>
              </a:path>
              <a:path w="2482215" h="2527300">
                <a:moveTo>
                  <a:pt x="2307436" y="1518123"/>
                </a:moveTo>
                <a:lnTo>
                  <a:pt x="2297963" y="1505219"/>
                </a:lnTo>
                <a:lnTo>
                  <a:pt x="2310865" y="1492310"/>
                </a:lnTo>
                <a:lnTo>
                  <a:pt x="2307436" y="1518123"/>
                </a:lnTo>
                <a:close/>
              </a:path>
              <a:path w="2482215" h="2527300">
                <a:moveTo>
                  <a:pt x="63581" y="1719441"/>
                </a:moveTo>
                <a:lnTo>
                  <a:pt x="38886" y="1719092"/>
                </a:lnTo>
                <a:lnTo>
                  <a:pt x="9804" y="1699661"/>
                </a:lnTo>
                <a:lnTo>
                  <a:pt x="0" y="1675987"/>
                </a:lnTo>
                <a:lnTo>
                  <a:pt x="0" y="1668582"/>
                </a:lnTo>
                <a:lnTo>
                  <a:pt x="5826" y="1639279"/>
                </a:lnTo>
                <a:lnTo>
                  <a:pt x="25784" y="1619323"/>
                </a:lnTo>
                <a:lnTo>
                  <a:pt x="53000" y="1612500"/>
                </a:lnTo>
                <a:lnTo>
                  <a:pt x="63581" y="1613548"/>
                </a:lnTo>
                <a:lnTo>
                  <a:pt x="82953" y="1621573"/>
                </a:lnTo>
                <a:lnTo>
                  <a:pt x="97918" y="1636539"/>
                </a:lnTo>
                <a:lnTo>
                  <a:pt x="105941" y="1655912"/>
                </a:lnTo>
                <a:lnTo>
                  <a:pt x="105941" y="1677076"/>
                </a:lnTo>
                <a:lnTo>
                  <a:pt x="97918" y="1696449"/>
                </a:lnTo>
                <a:lnTo>
                  <a:pt x="82953" y="1711415"/>
                </a:lnTo>
                <a:lnTo>
                  <a:pt x="63581" y="1719441"/>
                </a:lnTo>
                <a:close/>
              </a:path>
              <a:path w="2482215" h="2527300">
                <a:moveTo>
                  <a:pt x="224287" y="1716595"/>
                </a:moveTo>
                <a:lnTo>
                  <a:pt x="204256" y="1716595"/>
                </a:lnTo>
                <a:lnTo>
                  <a:pt x="185923" y="1709001"/>
                </a:lnTo>
                <a:lnTo>
                  <a:pt x="171760" y="1694839"/>
                </a:lnTo>
                <a:lnTo>
                  <a:pt x="164166" y="1676508"/>
                </a:lnTo>
                <a:lnTo>
                  <a:pt x="164448" y="1656480"/>
                </a:lnTo>
                <a:lnTo>
                  <a:pt x="164495" y="1653139"/>
                </a:lnTo>
                <a:lnTo>
                  <a:pt x="182886" y="1625616"/>
                </a:lnTo>
                <a:lnTo>
                  <a:pt x="214274" y="1615395"/>
                </a:lnTo>
                <a:lnTo>
                  <a:pt x="224288" y="1616387"/>
                </a:lnTo>
                <a:lnTo>
                  <a:pt x="242620" y="1623982"/>
                </a:lnTo>
                <a:lnTo>
                  <a:pt x="256782" y="1638146"/>
                </a:lnTo>
                <a:lnTo>
                  <a:pt x="264374" y="1656480"/>
                </a:lnTo>
                <a:lnTo>
                  <a:pt x="264373" y="1676508"/>
                </a:lnTo>
                <a:lnTo>
                  <a:pt x="256780" y="1694839"/>
                </a:lnTo>
                <a:lnTo>
                  <a:pt x="242618" y="1709001"/>
                </a:lnTo>
                <a:lnTo>
                  <a:pt x="224287" y="1716595"/>
                </a:lnTo>
                <a:close/>
              </a:path>
              <a:path w="2482215" h="2527300">
                <a:moveTo>
                  <a:pt x="366101" y="1713755"/>
                </a:moveTo>
                <a:lnTo>
                  <a:pt x="341468" y="1700573"/>
                </a:lnTo>
                <a:lnTo>
                  <a:pt x="328287" y="1675940"/>
                </a:lnTo>
                <a:lnTo>
                  <a:pt x="328508" y="1660165"/>
                </a:lnTo>
                <a:lnTo>
                  <a:pt x="328596" y="1653897"/>
                </a:lnTo>
                <a:lnTo>
                  <a:pt x="345941" y="1627935"/>
                </a:lnTo>
                <a:lnTo>
                  <a:pt x="375547" y="1618292"/>
                </a:lnTo>
                <a:lnTo>
                  <a:pt x="388145" y="1619538"/>
                </a:lnTo>
                <a:lnTo>
                  <a:pt x="414109" y="1636885"/>
                </a:lnTo>
                <a:lnTo>
                  <a:pt x="423750" y="1660165"/>
                </a:lnTo>
                <a:lnTo>
                  <a:pt x="417657" y="1690787"/>
                </a:lnTo>
                <a:lnTo>
                  <a:pt x="399841" y="1708601"/>
                </a:lnTo>
                <a:lnTo>
                  <a:pt x="366101" y="1713755"/>
                </a:lnTo>
                <a:close/>
              </a:path>
              <a:path w="2482215" h="2527300">
                <a:moveTo>
                  <a:pt x="524987" y="1710623"/>
                </a:moveTo>
                <a:lnTo>
                  <a:pt x="497247" y="1689328"/>
                </a:lnTo>
                <a:lnTo>
                  <a:pt x="492693" y="1654654"/>
                </a:lnTo>
                <a:lnTo>
                  <a:pt x="508999" y="1630254"/>
                </a:lnTo>
                <a:lnTo>
                  <a:pt x="536828" y="1621195"/>
                </a:lnTo>
                <a:lnTo>
                  <a:pt x="554163" y="1624644"/>
                </a:lnTo>
                <a:lnTo>
                  <a:pt x="574516" y="1641363"/>
                </a:lnTo>
                <a:lnTo>
                  <a:pt x="582128" y="1666495"/>
                </a:lnTo>
                <a:lnTo>
                  <a:pt x="574516" y="1691627"/>
                </a:lnTo>
                <a:lnTo>
                  <a:pt x="554163" y="1708345"/>
                </a:lnTo>
                <a:lnTo>
                  <a:pt x="524987" y="1710623"/>
                </a:lnTo>
                <a:close/>
              </a:path>
              <a:path w="2482215" h="2527300">
                <a:moveTo>
                  <a:pt x="698102" y="1708630"/>
                </a:moveTo>
                <a:lnTo>
                  <a:pt x="674720" y="1701551"/>
                </a:lnTo>
                <a:lnTo>
                  <a:pt x="659166" y="1682619"/>
                </a:lnTo>
                <a:lnTo>
                  <a:pt x="655957" y="1660960"/>
                </a:lnTo>
                <a:lnTo>
                  <a:pt x="672214" y="1632779"/>
                </a:lnTo>
                <a:lnTo>
                  <a:pt x="698102" y="1624350"/>
                </a:lnTo>
                <a:lnTo>
                  <a:pt x="719341" y="1629678"/>
                </a:lnTo>
                <a:lnTo>
                  <a:pt x="739149" y="1655480"/>
                </a:lnTo>
                <a:lnTo>
                  <a:pt x="737030" y="1682619"/>
                </a:lnTo>
                <a:lnTo>
                  <a:pt x="721478" y="1701551"/>
                </a:lnTo>
                <a:lnTo>
                  <a:pt x="698102" y="1708630"/>
                </a:lnTo>
                <a:close/>
              </a:path>
              <a:path w="2482215" h="2527300">
                <a:moveTo>
                  <a:pt x="851685" y="1704974"/>
                </a:moveTo>
                <a:lnTo>
                  <a:pt x="831628" y="1694240"/>
                </a:lnTo>
                <a:lnTo>
                  <a:pt x="820896" y="1674185"/>
                </a:lnTo>
                <a:lnTo>
                  <a:pt x="823122" y="1651478"/>
                </a:lnTo>
                <a:lnTo>
                  <a:pt x="837605" y="1633847"/>
                </a:lnTo>
                <a:lnTo>
                  <a:pt x="859376" y="1627253"/>
                </a:lnTo>
                <a:lnTo>
                  <a:pt x="864529" y="1627253"/>
                </a:lnTo>
                <a:lnTo>
                  <a:pt x="890771" y="1642388"/>
                </a:lnTo>
                <a:lnTo>
                  <a:pt x="898623" y="1671648"/>
                </a:lnTo>
                <a:lnTo>
                  <a:pt x="883482" y="1697887"/>
                </a:lnTo>
                <a:lnTo>
                  <a:pt x="851685" y="1704974"/>
                </a:lnTo>
                <a:close/>
              </a:path>
              <a:path w="2482215" h="2527300">
                <a:moveTo>
                  <a:pt x="1027780" y="1702135"/>
                </a:moveTo>
                <a:lnTo>
                  <a:pt x="1002335" y="1698248"/>
                </a:lnTo>
                <a:lnTo>
                  <a:pt x="985245" y="1675995"/>
                </a:lnTo>
                <a:lnTo>
                  <a:pt x="991577" y="1644168"/>
                </a:lnTo>
                <a:lnTo>
                  <a:pt x="1020657" y="1630150"/>
                </a:lnTo>
                <a:lnTo>
                  <a:pt x="1040820" y="1636255"/>
                </a:lnTo>
                <a:lnTo>
                  <a:pt x="1054235" y="1652586"/>
                </a:lnTo>
                <a:lnTo>
                  <a:pt x="1056297" y="1673618"/>
                </a:lnTo>
                <a:lnTo>
                  <a:pt x="1046356" y="1692194"/>
                </a:lnTo>
                <a:lnTo>
                  <a:pt x="1027780" y="1702135"/>
                </a:lnTo>
                <a:close/>
              </a:path>
              <a:path w="2482215" h="2527300">
                <a:moveTo>
                  <a:pt x="1175374" y="1699294"/>
                </a:moveTo>
                <a:lnTo>
                  <a:pt x="1154101" y="1685051"/>
                </a:lnTo>
                <a:lnTo>
                  <a:pt x="1149130" y="1659939"/>
                </a:lnTo>
                <a:lnTo>
                  <a:pt x="1163372" y="1638665"/>
                </a:lnTo>
                <a:lnTo>
                  <a:pt x="1181930" y="1633046"/>
                </a:lnTo>
                <a:lnTo>
                  <a:pt x="1188485" y="1633694"/>
                </a:lnTo>
                <a:lnTo>
                  <a:pt x="1209757" y="1647937"/>
                </a:lnTo>
                <a:lnTo>
                  <a:pt x="1214724" y="1673050"/>
                </a:lnTo>
                <a:lnTo>
                  <a:pt x="1200485" y="1694323"/>
                </a:lnTo>
                <a:lnTo>
                  <a:pt x="1175374" y="1699294"/>
                </a:lnTo>
                <a:close/>
              </a:path>
              <a:path w="2482215" h="2527300">
                <a:moveTo>
                  <a:pt x="1339197" y="1697047"/>
                </a:moveTo>
                <a:lnTo>
                  <a:pt x="1316508" y="1681893"/>
                </a:lnTo>
                <a:lnTo>
                  <a:pt x="1316508" y="1651095"/>
                </a:lnTo>
                <a:lnTo>
                  <a:pt x="1343200" y="1635941"/>
                </a:lnTo>
                <a:lnTo>
                  <a:pt x="1351190" y="1636731"/>
                </a:lnTo>
                <a:lnTo>
                  <a:pt x="1372970" y="1658509"/>
                </a:lnTo>
                <a:lnTo>
                  <a:pt x="1367650" y="1685261"/>
                </a:lnTo>
                <a:lnTo>
                  <a:pt x="1339197" y="1697047"/>
                </a:lnTo>
                <a:close/>
              </a:path>
              <a:path w="2482215" h="2527300">
                <a:moveTo>
                  <a:pt x="1504487" y="1694151"/>
                </a:moveTo>
                <a:lnTo>
                  <a:pt x="1482354" y="1683482"/>
                </a:lnTo>
                <a:lnTo>
                  <a:pt x="1480315" y="1652555"/>
                </a:lnTo>
                <a:lnTo>
                  <a:pt x="1504487" y="1638838"/>
                </a:lnTo>
                <a:lnTo>
                  <a:pt x="1518853" y="1641754"/>
                </a:lnTo>
                <a:lnTo>
                  <a:pt x="1532144" y="1659160"/>
                </a:lnTo>
                <a:lnTo>
                  <a:pt x="1529215" y="1680863"/>
                </a:lnTo>
                <a:lnTo>
                  <a:pt x="1518853" y="1691234"/>
                </a:lnTo>
                <a:lnTo>
                  <a:pt x="1504487" y="1694151"/>
                </a:lnTo>
                <a:close/>
              </a:path>
              <a:path w="2482215" h="2527300">
                <a:moveTo>
                  <a:pt x="1672317" y="1691249"/>
                </a:moveTo>
                <a:lnTo>
                  <a:pt x="1652891" y="1688641"/>
                </a:lnTo>
                <a:lnTo>
                  <a:pt x="1640990" y="1673061"/>
                </a:lnTo>
                <a:lnTo>
                  <a:pt x="1641639" y="1660022"/>
                </a:lnTo>
                <a:lnTo>
                  <a:pt x="1665755" y="1641734"/>
                </a:lnTo>
                <a:lnTo>
                  <a:pt x="1685571" y="1651284"/>
                </a:lnTo>
                <a:lnTo>
                  <a:pt x="1687906" y="1679357"/>
                </a:lnTo>
                <a:lnTo>
                  <a:pt x="1672317" y="1691249"/>
                </a:lnTo>
                <a:close/>
              </a:path>
              <a:path w="2482215" h="2527300">
                <a:moveTo>
                  <a:pt x="1821240" y="1688351"/>
                </a:moveTo>
                <a:lnTo>
                  <a:pt x="1807486" y="1677850"/>
                </a:lnTo>
                <a:lnTo>
                  <a:pt x="1805169" y="1663624"/>
                </a:lnTo>
                <a:lnTo>
                  <a:pt x="1827023" y="1644629"/>
                </a:lnTo>
                <a:lnTo>
                  <a:pt x="1832751" y="1645195"/>
                </a:lnTo>
                <a:lnTo>
                  <a:pt x="1848322" y="1672208"/>
                </a:lnTo>
                <a:lnTo>
                  <a:pt x="1821240" y="1688351"/>
                </a:lnTo>
                <a:close/>
              </a:path>
              <a:path w="2482215" h="2527300">
                <a:moveTo>
                  <a:pt x="1988310" y="1685456"/>
                </a:moveTo>
                <a:lnTo>
                  <a:pt x="1969829" y="1671452"/>
                </a:lnTo>
                <a:lnTo>
                  <a:pt x="1988310" y="1647532"/>
                </a:lnTo>
                <a:lnTo>
                  <a:pt x="1993331" y="1647532"/>
                </a:lnTo>
                <a:lnTo>
                  <a:pt x="2005271" y="1656643"/>
                </a:lnTo>
                <a:lnTo>
                  <a:pt x="2007263" y="1671452"/>
                </a:lnTo>
                <a:lnTo>
                  <a:pt x="1998171" y="1683458"/>
                </a:lnTo>
                <a:lnTo>
                  <a:pt x="1988310" y="1685456"/>
                </a:lnTo>
                <a:close/>
              </a:path>
              <a:path w="2482215" h="2527300">
                <a:moveTo>
                  <a:pt x="2157790" y="1680627"/>
                </a:moveTo>
                <a:lnTo>
                  <a:pt x="2141384" y="1680627"/>
                </a:lnTo>
                <a:lnTo>
                  <a:pt x="2133785" y="1666495"/>
                </a:lnTo>
                <a:lnTo>
                  <a:pt x="2149597" y="1650689"/>
                </a:lnTo>
                <a:lnTo>
                  <a:pt x="2153786" y="1650689"/>
                </a:lnTo>
                <a:lnTo>
                  <a:pt x="2163722" y="1658283"/>
                </a:lnTo>
                <a:lnTo>
                  <a:pt x="2165390" y="1670684"/>
                </a:lnTo>
                <a:lnTo>
                  <a:pt x="2157790" y="1680627"/>
                </a:lnTo>
                <a:close/>
              </a:path>
              <a:path w="2482215" h="2527300">
                <a:moveTo>
                  <a:pt x="2307436" y="1679396"/>
                </a:moveTo>
                <a:lnTo>
                  <a:pt x="2297963" y="1666495"/>
                </a:lnTo>
                <a:lnTo>
                  <a:pt x="2310865" y="1653584"/>
                </a:lnTo>
                <a:lnTo>
                  <a:pt x="2307436" y="1679396"/>
                </a:lnTo>
                <a:close/>
              </a:path>
              <a:path w="2482215" h="2527300">
                <a:moveTo>
                  <a:pt x="2472133" y="1676501"/>
                </a:moveTo>
                <a:lnTo>
                  <a:pt x="2472133" y="1656487"/>
                </a:lnTo>
                <a:lnTo>
                  <a:pt x="2482143" y="1663840"/>
                </a:lnTo>
                <a:lnTo>
                  <a:pt x="2472133" y="1676501"/>
                </a:lnTo>
                <a:close/>
              </a:path>
              <a:path w="2482215" h="2527300">
                <a:moveTo>
                  <a:pt x="63581" y="1880720"/>
                </a:moveTo>
                <a:lnTo>
                  <a:pt x="38886" y="1880359"/>
                </a:lnTo>
                <a:lnTo>
                  <a:pt x="9804" y="1860932"/>
                </a:lnTo>
                <a:lnTo>
                  <a:pt x="0" y="1837261"/>
                </a:lnTo>
                <a:lnTo>
                  <a:pt x="0" y="1828143"/>
                </a:lnTo>
                <a:lnTo>
                  <a:pt x="3116" y="1807107"/>
                </a:lnTo>
                <a:lnTo>
                  <a:pt x="14820" y="1789593"/>
                </a:lnTo>
                <a:lnTo>
                  <a:pt x="32338" y="1777889"/>
                </a:lnTo>
                <a:lnTo>
                  <a:pt x="53000" y="1773781"/>
                </a:lnTo>
                <a:lnTo>
                  <a:pt x="63581" y="1774828"/>
                </a:lnTo>
                <a:lnTo>
                  <a:pt x="82951" y="1782852"/>
                </a:lnTo>
                <a:lnTo>
                  <a:pt x="97914" y="1797817"/>
                </a:lnTo>
                <a:lnTo>
                  <a:pt x="105939" y="1817187"/>
                </a:lnTo>
                <a:lnTo>
                  <a:pt x="105941" y="1838347"/>
                </a:lnTo>
                <a:lnTo>
                  <a:pt x="97918" y="1857716"/>
                </a:lnTo>
                <a:lnTo>
                  <a:pt x="82953" y="1872688"/>
                </a:lnTo>
                <a:lnTo>
                  <a:pt x="63581" y="1880720"/>
                </a:lnTo>
                <a:close/>
              </a:path>
              <a:path w="2482215" h="2527300">
                <a:moveTo>
                  <a:pt x="207563" y="1878876"/>
                </a:moveTo>
                <a:lnTo>
                  <a:pt x="182886" y="1868644"/>
                </a:lnTo>
                <a:lnTo>
                  <a:pt x="164495" y="1841117"/>
                </a:lnTo>
                <a:lnTo>
                  <a:pt x="167065" y="1808215"/>
                </a:lnTo>
                <a:lnTo>
                  <a:pt x="178142" y="1791639"/>
                </a:lnTo>
                <a:lnTo>
                  <a:pt x="194720" y="1780564"/>
                </a:lnTo>
                <a:lnTo>
                  <a:pt x="214274" y="1776676"/>
                </a:lnTo>
                <a:lnTo>
                  <a:pt x="233813" y="1780564"/>
                </a:lnTo>
                <a:lnTo>
                  <a:pt x="250397" y="1791639"/>
                </a:lnTo>
                <a:lnTo>
                  <a:pt x="261474" y="1808215"/>
                </a:lnTo>
                <a:lnTo>
                  <a:pt x="265364" y="1827769"/>
                </a:lnTo>
                <a:lnTo>
                  <a:pt x="261476" y="1847322"/>
                </a:lnTo>
                <a:lnTo>
                  <a:pt x="250401" y="1863898"/>
                </a:lnTo>
                <a:lnTo>
                  <a:pt x="233826" y="1874974"/>
                </a:lnTo>
                <a:lnTo>
                  <a:pt x="207563" y="1878876"/>
                </a:lnTo>
                <a:close/>
              </a:path>
              <a:path w="2482215" h="2527300">
                <a:moveTo>
                  <a:pt x="369217" y="1875965"/>
                </a:moveTo>
                <a:lnTo>
                  <a:pt x="345941" y="1866326"/>
                </a:lnTo>
                <a:lnTo>
                  <a:pt x="328596" y="1840357"/>
                </a:lnTo>
                <a:lnTo>
                  <a:pt x="331021" y="1809325"/>
                </a:lnTo>
                <a:lnTo>
                  <a:pt x="348808" y="1787670"/>
                </a:lnTo>
                <a:lnTo>
                  <a:pt x="375547" y="1779572"/>
                </a:lnTo>
                <a:lnTo>
                  <a:pt x="388145" y="1780817"/>
                </a:lnTo>
                <a:lnTo>
                  <a:pt x="414107" y="1798162"/>
                </a:lnTo>
                <a:lnTo>
                  <a:pt x="423750" y="1821438"/>
                </a:lnTo>
                <a:lnTo>
                  <a:pt x="417659" y="1852072"/>
                </a:lnTo>
                <a:lnTo>
                  <a:pt x="399841" y="1869885"/>
                </a:lnTo>
                <a:lnTo>
                  <a:pt x="369217" y="1875965"/>
                </a:lnTo>
                <a:close/>
              </a:path>
              <a:path w="2482215" h="2527300">
                <a:moveTo>
                  <a:pt x="524987" y="1871906"/>
                </a:moveTo>
                <a:lnTo>
                  <a:pt x="497247" y="1850607"/>
                </a:lnTo>
                <a:lnTo>
                  <a:pt x="492693" y="1815927"/>
                </a:lnTo>
                <a:lnTo>
                  <a:pt x="508999" y="1791528"/>
                </a:lnTo>
                <a:lnTo>
                  <a:pt x="536828" y="1782469"/>
                </a:lnTo>
                <a:lnTo>
                  <a:pt x="554163" y="1785917"/>
                </a:lnTo>
                <a:lnTo>
                  <a:pt x="574516" y="1802637"/>
                </a:lnTo>
                <a:lnTo>
                  <a:pt x="582128" y="1827769"/>
                </a:lnTo>
                <a:lnTo>
                  <a:pt x="574516" y="1852904"/>
                </a:lnTo>
                <a:lnTo>
                  <a:pt x="554163" y="1869621"/>
                </a:lnTo>
                <a:lnTo>
                  <a:pt x="524987" y="1871906"/>
                </a:lnTo>
                <a:close/>
              </a:path>
              <a:path w="2482215" h="2527300">
                <a:moveTo>
                  <a:pt x="698102" y="1869904"/>
                </a:moveTo>
                <a:lnTo>
                  <a:pt x="676861" y="1864584"/>
                </a:lnTo>
                <a:lnTo>
                  <a:pt x="657047" y="1838783"/>
                </a:lnTo>
                <a:lnTo>
                  <a:pt x="659167" y="1811642"/>
                </a:lnTo>
                <a:lnTo>
                  <a:pt x="674721" y="1792709"/>
                </a:lnTo>
                <a:lnTo>
                  <a:pt x="698102" y="1785631"/>
                </a:lnTo>
                <a:lnTo>
                  <a:pt x="706360" y="1786448"/>
                </a:lnTo>
                <a:lnTo>
                  <a:pt x="727896" y="1797973"/>
                </a:lnTo>
                <a:lnTo>
                  <a:pt x="739421" y="1819509"/>
                </a:lnTo>
                <a:lnTo>
                  <a:pt x="737032" y="1843893"/>
                </a:lnTo>
                <a:lnTo>
                  <a:pt x="721480" y="1862827"/>
                </a:lnTo>
                <a:lnTo>
                  <a:pt x="698102" y="1869904"/>
                </a:lnTo>
                <a:close/>
              </a:path>
              <a:path w="2482215" h="2527300">
                <a:moveTo>
                  <a:pt x="869634" y="1865993"/>
                </a:moveTo>
                <a:lnTo>
                  <a:pt x="839597" y="1862063"/>
                </a:lnTo>
                <a:lnTo>
                  <a:pt x="821148" y="1838025"/>
                </a:lnTo>
                <a:lnTo>
                  <a:pt x="823122" y="1812751"/>
                </a:lnTo>
                <a:lnTo>
                  <a:pt x="837605" y="1795121"/>
                </a:lnTo>
                <a:lnTo>
                  <a:pt x="859376" y="1788527"/>
                </a:lnTo>
                <a:lnTo>
                  <a:pt x="879156" y="1793485"/>
                </a:lnTo>
                <a:lnTo>
                  <a:pt x="897607" y="1817510"/>
                </a:lnTo>
                <a:lnTo>
                  <a:pt x="893665" y="1847549"/>
                </a:lnTo>
                <a:lnTo>
                  <a:pt x="869634" y="1865993"/>
                </a:lnTo>
                <a:close/>
              </a:path>
              <a:path w="2482215" h="2527300">
                <a:moveTo>
                  <a:pt x="1027780" y="1863414"/>
                </a:moveTo>
                <a:lnTo>
                  <a:pt x="1002335" y="1859524"/>
                </a:lnTo>
                <a:lnTo>
                  <a:pt x="985245" y="1837269"/>
                </a:lnTo>
                <a:lnTo>
                  <a:pt x="991577" y="1805441"/>
                </a:lnTo>
                <a:lnTo>
                  <a:pt x="1020657" y="1791424"/>
                </a:lnTo>
                <a:lnTo>
                  <a:pt x="1040820" y="1797531"/>
                </a:lnTo>
                <a:lnTo>
                  <a:pt x="1054235" y="1813860"/>
                </a:lnTo>
                <a:lnTo>
                  <a:pt x="1056297" y="1834893"/>
                </a:lnTo>
                <a:lnTo>
                  <a:pt x="1046356" y="1853462"/>
                </a:lnTo>
                <a:lnTo>
                  <a:pt x="1027780" y="1863414"/>
                </a:lnTo>
                <a:close/>
              </a:path>
              <a:path w="2482215" h="2527300">
                <a:moveTo>
                  <a:pt x="1175374" y="1860562"/>
                </a:moveTo>
                <a:lnTo>
                  <a:pt x="1154101" y="1846323"/>
                </a:lnTo>
                <a:lnTo>
                  <a:pt x="1149130" y="1821212"/>
                </a:lnTo>
                <a:lnTo>
                  <a:pt x="1163372" y="1799939"/>
                </a:lnTo>
                <a:lnTo>
                  <a:pt x="1181930" y="1794319"/>
                </a:lnTo>
                <a:lnTo>
                  <a:pt x="1188485" y="1794968"/>
                </a:lnTo>
                <a:lnTo>
                  <a:pt x="1209757" y="1809210"/>
                </a:lnTo>
                <a:lnTo>
                  <a:pt x="1214724" y="1834323"/>
                </a:lnTo>
                <a:lnTo>
                  <a:pt x="1200485" y="1855596"/>
                </a:lnTo>
                <a:lnTo>
                  <a:pt x="1175374" y="1860562"/>
                </a:lnTo>
                <a:close/>
              </a:path>
              <a:path w="2482215" h="2527300">
                <a:moveTo>
                  <a:pt x="1339197" y="1858319"/>
                </a:moveTo>
                <a:lnTo>
                  <a:pt x="1316508" y="1843174"/>
                </a:lnTo>
                <a:lnTo>
                  <a:pt x="1316508" y="1812368"/>
                </a:lnTo>
                <a:lnTo>
                  <a:pt x="1343200" y="1797215"/>
                </a:lnTo>
                <a:lnTo>
                  <a:pt x="1351190" y="1798006"/>
                </a:lnTo>
                <a:lnTo>
                  <a:pt x="1372970" y="1819783"/>
                </a:lnTo>
                <a:lnTo>
                  <a:pt x="1367650" y="1846529"/>
                </a:lnTo>
                <a:lnTo>
                  <a:pt x="1339197" y="1858319"/>
                </a:lnTo>
                <a:close/>
              </a:path>
              <a:path w="2482215" h="2527300">
                <a:moveTo>
                  <a:pt x="1504487" y="1855427"/>
                </a:moveTo>
                <a:lnTo>
                  <a:pt x="1482354" y="1844750"/>
                </a:lnTo>
                <a:lnTo>
                  <a:pt x="1480315" y="1813829"/>
                </a:lnTo>
                <a:lnTo>
                  <a:pt x="1504487" y="1800112"/>
                </a:lnTo>
                <a:lnTo>
                  <a:pt x="1518853" y="1803028"/>
                </a:lnTo>
                <a:lnTo>
                  <a:pt x="1532144" y="1820434"/>
                </a:lnTo>
                <a:lnTo>
                  <a:pt x="1529215" y="1842136"/>
                </a:lnTo>
                <a:lnTo>
                  <a:pt x="1518853" y="1852517"/>
                </a:lnTo>
                <a:lnTo>
                  <a:pt x="1504487" y="1855427"/>
                </a:lnTo>
                <a:close/>
              </a:path>
              <a:path w="2482215" h="2527300">
                <a:moveTo>
                  <a:pt x="1672317" y="1852535"/>
                </a:moveTo>
                <a:lnTo>
                  <a:pt x="1653280" y="1849403"/>
                </a:lnTo>
                <a:lnTo>
                  <a:pt x="1640990" y="1821203"/>
                </a:lnTo>
                <a:lnTo>
                  <a:pt x="1652891" y="1805621"/>
                </a:lnTo>
                <a:lnTo>
                  <a:pt x="1665755" y="1803015"/>
                </a:lnTo>
                <a:lnTo>
                  <a:pt x="1678610" y="1805621"/>
                </a:lnTo>
                <a:lnTo>
                  <a:pt x="1690520" y="1821203"/>
                </a:lnTo>
                <a:lnTo>
                  <a:pt x="1687906" y="1840635"/>
                </a:lnTo>
                <a:lnTo>
                  <a:pt x="1672317" y="1852535"/>
                </a:lnTo>
                <a:close/>
              </a:path>
              <a:path w="2482215" h="2527300">
                <a:moveTo>
                  <a:pt x="1821314" y="1849069"/>
                </a:moveTo>
                <a:lnTo>
                  <a:pt x="1805169" y="1821972"/>
                </a:lnTo>
                <a:lnTo>
                  <a:pt x="1815679" y="1808214"/>
                </a:lnTo>
                <a:lnTo>
                  <a:pt x="1827023" y="1805910"/>
                </a:lnTo>
                <a:lnTo>
                  <a:pt x="1832751" y="1806476"/>
                </a:lnTo>
                <a:lnTo>
                  <a:pt x="1848340" y="1833483"/>
                </a:lnTo>
                <a:lnTo>
                  <a:pt x="1821314" y="1849069"/>
                </a:lnTo>
                <a:close/>
              </a:path>
              <a:path w="2482215" h="2527300">
                <a:moveTo>
                  <a:pt x="1997875" y="1844342"/>
                </a:moveTo>
                <a:lnTo>
                  <a:pt x="1969829" y="1832725"/>
                </a:lnTo>
                <a:lnTo>
                  <a:pt x="1988310" y="1808808"/>
                </a:lnTo>
                <a:lnTo>
                  <a:pt x="1993333" y="1808808"/>
                </a:lnTo>
                <a:lnTo>
                  <a:pt x="2005271" y="1817916"/>
                </a:lnTo>
                <a:lnTo>
                  <a:pt x="2007273" y="1827769"/>
                </a:lnTo>
                <a:lnTo>
                  <a:pt x="1997875" y="1844342"/>
                </a:lnTo>
                <a:close/>
              </a:path>
              <a:path w="2482215" h="2527300">
                <a:moveTo>
                  <a:pt x="2149597" y="1843582"/>
                </a:moveTo>
                <a:lnTo>
                  <a:pt x="2135453" y="1819559"/>
                </a:lnTo>
                <a:lnTo>
                  <a:pt x="2149597" y="1811970"/>
                </a:lnTo>
                <a:lnTo>
                  <a:pt x="2153786" y="1811970"/>
                </a:lnTo>
                <a:lnTo>
                  <a:pt x="2163719" y="1819559"/>
                </a:lnTo>
                <a:lnTo>
                  <a:pt x="2163722" y="1835978"/>
                </a:lnTo>
                <a:lnTo>
                  <a:pt x="2149597" y="1843582"/>
                </a:lnTo>
                <a:close/>
              </a:path>
              <a:path w="2482215" h="2527300">
                <a:moveTo>
                  <a:pt x="2472133" y="1837775"/>
                </a:moveTo>
                <a:lnTo>
                  <a:pt x="2472133" y="1817763"/>
                </a:lnTo>
                <a:lnTo>
                  <a:pt x="2482143" y="1825114"/>
                </a:lnTo>
                <a:lnTo>
                  <a:pt x="2472133" y="1837775"/>
                </a:lnTo>
                <a:close/>
              </a:path>
              <a:path w="2482215" h="2527300">
                <a:moveTo>
                  <a:pt x="53000" y="2043036"/>
                </a:moveTo>
                <a:lnTo>
                  <a:pt x="32338" y="2038925"/>
                </a:lnTo>
                <a:lnTo>
                  <a:pt x="14820" y="2027224"/>
                </a:lnTo>
                <a:lnTo>
                  <a:pt x="3116" y="2009711"/>
                </a:lnTo>
                <a:lnTo>
                  <a:pt x="0" y="1994055"/>
                </a:lnTo>
                <a:lnTo>
                  <a:pt x="0" y="1985087"/>
                </a:lnTo>
                <a:lnTo>
                  <a:pt x="5828" y="1961827"/>
                </a:lnTo>
                <a:lnTo>
                  <a:pt x="25784" y="1941882"/>
                </a:lnTo>
                <a:lnTo>
                  <a:pt x="53000" y="1935060"/>
                </a:lnTo>
                <a:lnTo>
                  <a:pt x="73660" y="1939171"/>
                </a:lnTo>
                <a:lnTo>
                  <a:pt x="91176" y="1950872"/>
                </a:lnTo>
                <a:lnTo>
                  <a:pt x="102878" y="1968386"/>
                </a:lnTo>
                <a:lnTo>
                  <a:pt x="106988" y="1989057"/>
                </a:lnTo>
                <a:lnTo>
                  <a:pt x="102876" y="2009711"/>
                </a:lnTo>
                <a:lnTo>
                  <a:pt x="91172" y="2027224"/>
                </a:lnTo>
                <a:lnTo>
                  <a:pt x="73659" y="2038925"/>
                </a:lnTo>
                <a:lnTo>
                  <a:pt x="53000" y="2043036"/>
                </a:lnTo>
                <a:close/>
              </a:path>
              <a:path w="2482215" h="2527300">
                <a:moveTo>
                  <a:pt x="224287" y="2039151"/>
                </a:moveTo>
                <a:lnTo>
                  <a:pt x="204251" y="2039151"/>
                </a:lnTo>
                <a:lnTo>
                  <a:pt x="185909" y="2031550"/>
                </a:lnTo>
                <a:lnTo>
                  <a:pt x="171757" y="2017395"/>
                </a:lnTo>
                <a:lnTo>
                  <a:pt x="164166" y="1999071"/>
                </a:lnTo>
                <a:lnTo>
                  <a:pt x="164448" y="1979040"/>
                </a:lnTo>
                <a:lnTo>
                  <a:pt x="164495" y="1975692"/>
                </a:lnTo>
                <a:lnTo>
                  <a:pt x="182886" y="1948165"/>
                </a:lnTo>
                <a:lnTo>
                  <a:pt x="214274" y="1937952"/>
                </a:lnTo>
                <a:lnTo>
                  <a:pt x="224288" y="1938941"/>
                </a:lnTo>
                <a:lnTo>
                  <a:pt x="242620" y="1946530"/>
                </a:lnTo>
                <a:lnTo>
                  <a:pt x="256782" y="1960696"/>
                </a:lnTo>
                <a:lnTo>
                  <a:pt x="264374" y="1979040"/>
                </a:lnTo>
                <a:lnTo>
                  <a:pt x="264373" y="1999071"/>
                </a:lnTo>
                <a:lnTo>
                  <a:pt x="256780" y="2017395"/>
                </a:lnTo>
                <a:lnTo>
                  <a:pt x="242618" y="2031550"/>
                </a:lnTo>
                <a:lnTo>
                  <a:pt x="224287" y="2039151"/>
                </a:lnTo>
                <a:close/>
              </a:path>
              <a:path w="2482215" h="2527300">
                <a:moveTo>
                  <a:pt x="366101" y="2036317"/>
                </a:moveTo>
                <a:lnTo>
                  <a:pt x="341468" y="2023127"/>
                </a:lnTo>
                <a:lnTo>
                  <a:pt x="328287" y="1998497"/>
                </a:lnTo>
                <a:lnTo>
                  <a:pt x="328508" y="1982718"/>
                </a:lnTo>
                <a:lnTo>
                  <a:pt x="328596" y="1976452"/>
                </a:lnTo>
                <a:lnTo>
                  <a:pt x="345941" y="1950482"/>
                </a:lnTo>
                <a:lnTo>
                  <a:pt x="375547" y="1940843"/>
                </a:lnTo>
                <a:lnTo>
                  <a:pt x="388147" y="1942085"/>
                </a:lnTo>
                <a:lnTo>
                  <a:pt x="414109" y="1959436"/>
                </a:lnTo>
                <a:lnTo>
                  <a:pt x="423750" y="1982718"/>
                </a:lnTo>
                <a:lnTo>
                  <a:pt x="417657" y="2013340"/>
                </a:lnTo>
                <a:lnTo>
                  <a:pt x="399841" y="2031154"/>
                </a:lnTo>
                <a:lnTo>
                  <a:pt x="366101" y="2036317"/>
                </a:lnTo>
                <a:close/>
              </a:path>
              <a:path w="2482215" h="2527300">
                <a:moveTo>
                  <a:pt x="524987" y="2033174"/>
                </a:moveTo>
                <a:lnTo>
                  <a:pt x="497247" y="2011876"/>
                </a:lnTo>
                <a:lnTo>
                  <a:pt x="492691" y="1977212"/>
                </a:lnTo>
                <a:lnTo>
                  <a:pt x="508997" y="1952800"/>
                </a:lnTo>
                <a:lnTo>
                  <a:pt x="536828" y="1943735"/>
                </a:lnTo>
                <a:lnTo>
                  <a:pt x="564655" y="1952800"/>
                </a:lnTo>
                <a:lnTo>
                  <a:pt x="582128" y="1983107"/>
                </a:lnTo>
                <a:lnTo>
                  <a:pt x="574516" y="2014183"/>
                </a:lnTo>
                <a:lnTo>
                  <a:pt x="554163" y="2030899"/>
                </a:lnTo>
                <a:lnTo>
                  <a:pt x="524987" y="2033174"/>
                </a:lnTo>
                <a:close/>
              </a:path>
              <a:path w="2482215" h="2527300">
                <a:moveTo>
                  <a:pt x="698102" y="2031191"/>
                </a:moveTo>
                <a:lnTo>
                  <a:pt x="674721" y="2024106"/>
                </a:lnTo>
                <a:lnTo>
                  <a:pt x="659167" y="2005175"/>
                </a:lnTo>
                <a:lnTo>
                  <a:pt x="655957" y="1983515"/>
                </a:lnTo>
                <a:lnTo>
                  <a:pt x="672214" y="1955339"/>
                </a:lnTo>
                <a:lnTo>
                  <a:pt x="698102" y="1946905"/>
                </a:lnTo>
                <a:lnTo>
                  <a:pt x="719341" y="1952225"/>
                </a:lnTo>
                <a:lnTo>
                  <a:pt x="739149" y="1978028"/>
                </a:lnTo>
                <a:lnTo>
                  <a:pt x="737030" y="2005175"/>
                </a:lnTo>
                <a:lnTo>
                  <a:pt x="721478" y="2024106"/>
                </a:lnTo>
                <a:lnTo>
                  <a:pt x="698102" y="2031191"/>
                </a:lnTo>
                <a:close/>
              </a:path>
              <a:path w="2482215" h="2527300">
                <a:moveTo>
                  <a:pt x="869632" y="2027279"/>
                </a:moveTo>
                <a:lnTo>
                  <a:pt x="844359" y="2025296"/>
                </a:lnTo>
                <a:lnTo>
                  <a:pt x="826728" y="2010813"/>
                </a:lnTo>
                <a:lnTo>
                  <a:pt x="820134" y="1983904"/>
                </a:lnTo>
                <a:lnTo>
                  <a:pt x="835271" y="1957656"/>
                </a:lnTo>
                <a:lnTo>
                  <a:pt x="859376" y="1949797"/>
                </a:lnTo>
                <a:lnTo>
                  <a:pt x="879158" y="1954764"/>
                </a:lnTo>
                <a:lnTo>
                  <a:pt x="897609" y="1978788"/>
                </a:lnTo>
                <a:lnTo>
                  <a:pt x="893663" y="2008836"/>
                </a:lnTo>
                <a:lnTo>
                  <a:pt x="869632" y="2027279"/>
                </a:lnTo>
                <a:close/>
              </a:path>
              <a:path w="2482215" h="2527300">
                <a:moveTo>
                  <a:pt x="1027780" y="2024686"/>
                </a:moveTo>
                <a:lnTo>
                  <a:pt x="1002335" y="2020810"/>
                </a:lnTo>
                <a:lnTo>
                  <a:pt x="985245" y="1998548"/>
                </a:lnTo>
                <a:lnTo>
                  <a:pt x="991575" y="1966721"/>
                </a:lnTo>
                <a:lnTo>
                  <a:pt x="1020657" y="1952688"/>
                </a:lnTo>
                <a:lnTo>
                  <a:pt x="1025430" y="1952688"/>
                </a:lnTo>
                <a:lnTo>
                  <a:pt x="1049733" y="1966721"/>
                </a:lnTo>
                <a:lnTo>
                  <a:pt x="1056297" y="1996179"/>
                </a:lnTo>
                <a:lnTo>
                  <a:pt x="1046356" y="2014749"/>
                </a:lnTo>
                <a:lnTo>
                  <a:pt x="1027780" y="2024686"/>
                </a:lnTo>
                <a:close/>
              </a:path>
              <a:path w="2482215" h="2527300">
                <a:moveTo>
                  <a:pt x="1175374" y="2021849"/>
                </a:moveTo>
                <a:lnTo>
                  <a:pt x="1154101" y="2007601"/>
                </a:lnTo>
                <a:lnTo>
                  <a:pt x="1148481" y="1989057"/>
                </a:lnTo>
                <a:lnTo>
                  <a:pt x="1155169" y="1968500"/>
                </a:lnTo>
                <a:lnTo>
                  <a:pt x="1181930" y="1955599"/>
                </a:lnTo>
                <a:lnTo>
                  <a:pt x="1186324" y="1955599"/>
                </a:lnTo>
                <a:lnTo>
                  <a:pt x="1208699" y="1968500"/>
                </a:lnTo>
                <a:lnTo>
                  <a:pt x="1214724" y="1995607"/>
                </a:lnTo>
                <a:lnTo>
                  <a:pt x="1200485" y="2016874"/>
                </a:lnTo>
                <a:lnTo>
                  <a:pt x="1175374" y="2021849"/>
                </a:lnTo>
                <a:close/>
              </a:path>
              <a:path w="2482215" h="2527300">
                <a:moveTo>
                  <a:pt x="1351301" y="2019587"/>
                </a:moveTo>
                <a:lnTo>
                  <a:pt x="1327333" y="2016380"/>
                </a:lnTo>
                <a:lnTo>
                  <a:pt x="1312652" y="1997158"/>
                </a:lnTo>
                <a:lnTo>
                  <a:pt x="1316508" y="1973653"/>
                </a:lnTo>
                <a:lnTo>
                  <a:pt x="1343200" y="1958490"/>
                </a:lnTo>
                <a:lnTo>
                  <a:pt x="1347223" y="1958490"/>
                </a:lnTo>
                <a:lnTo>
                  <a:pt x="1369893" y="1973653"/>
                </a:lnTo>
                <a:lnTo>
                  <a:pt x="1370542" y="2004924"/>
                </a:lnTo>
                <a:lnTo>
                  <a:pt x="1351301" y="2019587"/>
                </a:lnTo>
                <a:close/>
              </a:path>
              <a:path w="2482215" h="2527300">
                <a:moveTo>
                  <a:pt x="1511809" y="2016695"/>
                </a:moveTo>
                <a:lnTo>
                  <a:pt x="1490121" y="2013785"/>
                </a:lnTo>
                <a:lnTo>
                  <a:pt x="1476831" y="1996379"/>
                </a:lnTo>
                <a:lnTo>
                  <a:pt x="1480315" y="1975118"/>
                </a:lnTo>
                <a:lnTo>
                  <a:pt x="1504487" y="1961401"/>
                </a:lnTo>
                <a:lnTo>
                  <a:pt x="1518853" y="1964311"/>
                </a:lnTo>
                <a:lnTo>
                  <a:pt x="1532144" y="1981717"/>
                </a:lnTo>
                <a:lnTo>
                  <a:pt x="1529215" y="2003423"/>
                </a:lnTo>
                <a:lnTo>
                  <a:pt x="1511809" y="2016695"/>
                </a:lnTo>
                <a:close/>
              </a:path>
              <a:path w="2482215" h="2527300">
                <a:moveTo>
                  <a:pt x="1672317" y="2013803"/>
                </a:moveTo>
                <a:lnTo>
                  <a:pt x="1652891" y="2011190"/>
                </a:lnTo>
                <a:lnTo>
                  <a:pt x="1640990" y="1995619"/>
                </a:lnTo>
                <a:lnTo>
                  <a:pt x="1641761" y="1982477"/>
                </a:lnTo>
                <a:lnTo>
                  <a:pt x="1665755" y="1964292"/>
                </a:lnTo>
                <a:lnTo>
                  <a:pt x="1678620" y="1966906"/>
                </a:lnTo>
                <a:lnTo>
                  <a:pt x="1690520" y="1982477"/>
                </a:lnTo>
                <a:lnTo>
                  <a:pt x="1687906" y="2001903"/>
                </a:lnTo>
                <a:lnTo>
                  <a:pt x="1672317" y="2013803"/>
                </a:lnTo>
                <a:close/>
              </a:path>
              <a:path w="2482215" h="2527300">
                <a:moveTo>
                  <a:pt x="1821240" y="2010912"/>
                </a:moveTo>
                <a:lnTo>
                  <a:pt x="1807486" y="2000401"/>
                </a:lnTo>
                <a:lnTo>
                  <a:pt x="1805169" y="1986184"/>
                </a:lnTo>
                <a:lnTo>
                  <a:pt x="1827023" y="1967184"/>
                </a:lnTo>
                <a:lnTo>
                  <a:pt x="1832751" y="1967740"/>
                </a:lnTo>
                <a:lnTo>
                  <a:pt x="1848322" y="1994766"/>
                </a:lnTo>
                <a:lnTo>
                  <a:pt x="1821240" y="2010912"/>
                </a:lnTo>
                <a:close/>
              </a:path>
              <a:path w="2482215" h="2527300">
                <a:moveTo>
                  <a:pt x="1988310" y="2008001"/>
                </a:moveTo>
                <a:lnTo>
                  <a:pt x="1969829" y="1994006"/>
                </a:lnTo>
                <a:lnTo>
                  <a:pt x="1988310" y="1970076"/>
                </a:lnTo>
                <a:lnTo>
                  <a:pt x="1990812" y="1970076"/>
                </a:lnTo>
                <a:lnTo>
                  <a:pt x="2007222" y="1994006"/>
                </a:lnTo>
                <a:lnTo>
                  <a:pt x="1998171" y="2006018"/>
                </a:lnTo>
                <a:lnTo>
                  <a:pt x="1988310" y="2008001"/>
                </a:lnTo>
                <a:close/>
              </a:path>
              <a:path w="2482215" h="2527300">
                <a:moveTo>
                  <a:pt x="2157790" y="2003182"/>
                </a:moveTo>
                <a:lnTo>
                  <a:pt x="2141385" y="2003182"/>
                </a:lnTo>
                <a:lnTo>
                  <a:pt x="2133785" y="1989057"/>
                </a:lnTo>
                <a:lnTo>
                  <a:pt x="2149597" y="1973245"/>
                </a:lnTo>
                <a:lnTo>
                  <a:pt x="2153786" y="1973245"/>
                </a:lnTo>
                <a:lnTo>
                  <a:pt x="2163722" y="1980845"/>
                </a:lnTo>
                <a:lnTo>
                  <a:pt x="2165390" y="1993246"/>
                </a:lnTo>
                <a:lnTo>
                  <a:pt x="2157790" y="2003182"/>
                </a:lnTo>
                <a:close/>
              </a:path>
              <a:path w="2482215" h="2527300">
                <a:moveTo>
                  <a:pt x="2307436" y="2001959"/>
                </a:moveTo>
                <a:lnTo>
                  <a:pt x="2297963" y="1989057"/>
                </a:lnTo>
                <a:lnTo>
                  <a:pt x="2310865" y="1976137"/>
                </a:lnTo>
                <a:lnTo>
                  <a:pt x="2307436" y="2001959"/>
                </a:lnTo>
                <a:close/>
              </a:path>
              <a:path w="2482215" h="2527300">
                <a:moveTo>
                  <a:pt x="63581" y="2203275"/>
                </a:moveTo>
                <a:lnTo>
                  <a:pt x="38886" y="2202913"/>
                </a:lnTo>
                <a:lnTo>
                  <a:pt x="9804" y="2183487"/>
                </a:lnTo>
                <a:lnTo>
                  <a:pt x="0" y="2159809"/>
                </a:lnTo>
                <a:lnTo>
                  <a:pt x="0" y="2152406"/>
                </a:lnTo>
                <a:lnTo>
                  <a:pt x="5828" y="2123114"/>
                </a:lnTo>
                <a:lnTo>
                  <a:pt x="25784" y="2103150"/>
                </a:lnTo>
                <a:lnTo>
                  <a:pt x="53000" y="2096328"/>
                </a:lnTo>
                <a:lnTo>
                  <a:pt x="63581" y="2097375"/>
                </a:lnTo>
                <a:lnTo>
                  <a:pt x="82953" y="2105400"/>
                </a:lnTo>
                <a:lnTo>
                  <a:pt x="97918" y="2120369"/>
                </a:lnTo>
                <a:lnTo>
                  <a:pt x="105941" y="2139740"/>
                </a:lnTo>
                <a:lnTo>
                  <a:pt x="105941" y="2160903"/>
                </a:lnTo>
                <a:lnTo>
                  <a:pt x="97918" y="2180271"/>
                </a:lnTo>
                <a:lnTo>
                  <a:pt x="82953" y="2195243"/>
                </a:lnTo>
                <a:lnTo>
                  <a:pt x="63581" y="2203275"/>
                </a:lnTo>
                <a:close/>
              </a:path>
              <a:path w="2482215" h="2527300">
                <a:moveTo>
                  <a:pt x="224287" y="2200422"/>
                </a:moveTo>
                <a:lnTo>
                  <a:pt x="204258" y="2200422"/>
                </a:lnTo>
                <a:lnTo>
                  <a:pt x="185925" y="2192833"/>
                </a:lnTo>
                <a:lnTo>
                  <a:pt x="171761" y="2178671"/>
                </a:lnTo>
                <a:lnTo>
                  <a:pt x="164166" y="2160339"/>
                </a:lnTo>
                <a:lnTo>
                  <a:pt x="164448" y="2140311"/>
                </a:lnTo>
                <a:lnTo>
                  <a:pt x="164495" y="2136960"/>
                </a:lnTo>
                <a:lnTo>
                  <a:pt x="182886" y="2109452"/>
                </a:lnTo>
                <a:lnTo>
                  <a:pt x="214274" y="2099220"/>
                </a:lnTo>
                <a:lnTo>
                  <a:pt x="224288" y="2100212"/>
                </a:lnTo>
                <a:lnTo>
                  <a:pt x="242620" y="2107814"/>
                </a:lnTo>
                <a:lnTo>
                  <a:pt x="256782" y="2121980"/>
                </a:lnTo>
                <a:lnTo>
                  <a:pt x="264374" y="2140311"/>
                </a:lnTo>
                <a:lnTo>
                  <a:pt x="264373" y="2160339"/>
                </a:lnTo>
                <a:lnTo>
                  <a:pt x="256780" y="2178671"/>
                </a:lnTo>
                <a:lnTo>
                  <a:pt x="242618" y="2192833"/>
                </a:lnTo>
                <a:lnTo>
                  <a:pt x="224287" y="2200422"/>
                </a:lnTo>
                <a:close/>
              </a:path>
              <a:path w="2482215" h="2527300">
                <a:moveTo>
                  <a:pt x="366101" y="2197585"/>
                </a:moveTo>
                <a:lnTo>
                  <a:pt x="341468" y="2184395"/>
                </a:lnTo>
                <a:lnTo>
                  <a:pt x="328287" y="2159767"/>
                </a:lnTo>
                <a:lnTo>
                  <a:pt x="331021" y="2131877"/>
                </a:lnTo>
                <a:lnTo>
                  <a:pt x="348808" y="2110224"/>
                </a:lnTo>
                <a:lnTo>
                  <a:pt x="375547" y="2102130"/>
                </a:lnTo>
                <a:lnTo>
                  <a:pt x="388145" y="2103372"/>
                </a:lnTo>
                <a:lnTo>
                  <a:pt x="414107" y="2120722"/>
                </a:lnTo>
                <a:lnTo>
                  <a:pt x="423750" y="2143986"/>
                </a:lnTo>
                <a:lnTo>
                  <a:pt x="417657" y="2174608"/>
                </a:lnTo>
                <a:lnTo>
                  <a:pt x="399841" y="2192422"/>
                </a:lnTo>
                <a:lnTo>
                  <a:pt x="366101" y="2197585"/>
                </a:lnTo>
                <a:close/>
              </a:path>
              <a:path w="2482215" h="2527300">
                <a:moveTo>
                  <a:pt x="524987" y="2194461"/>
                </a:moveTo>
                <a:lnTo>
                  <a:pt x="497247" y="2173162"/>
                </a:lnTo>
                <a:lnTo>
                  <a:pt x="492693" y="2138480"/>
                </a:lnTo>
                <a:lnTo>
                  <a:pt x="508999" y="2114086"/>
                </a:lnTo>
                <a:lnTo>
                  <a:pt x="536828" y="2105022"/>
                </a:lnTo>
                <a:lnTo>
                  <a:pt x="554163" y="2108474"/>
                </a:lnTo>
                <a:lnTo>
                  <a:pt x="574516" y="2125191"/>
                </a:lnTo>
                <a:lnTo>
                  <a:pt x="582128" y="2150325"/>
                </a:lnTo>
                <a:lnTo>
                  <a:pt x="574516" y="2175459"/>
                </a:lnTo>
                <a:lnTo>
                  <a:pt x="554163" y="2192176"/>
                </a:lnTo>
                <a:lnTo>
                  <a:pt x="524987" y="2194461"/>
                </a:lnTo>
                <a:close/>
              </a:path>
              <a:path w="2482215" h="2527300">
                <a:moveTo>
                  <a:pt x="698102" y="2192459"/>
                </a:moveTo>
                <a:lnTo>
                  <a:pt x="674715" y="2185374"/>
                </a:lnTo>
                <a:lnTo>
                  <a:pt x="659167" y="2166450"/>
                </a:lnTo>
                <a:lnTo>
                  <a:pt x="655957" y="2144783"/>
                </a:lnTo>
                <a:lnTo>
                  <a:pt x="672214" y="2116607"/>
                </a:lnTo>
                <a:lnTo>
                  <a:pt x="698102" y="2108173"/>
                </a:lnTo>
                <a:lnTo>
                  <a:pt x="719341" y="2113512"/>
                </a:lnTo>
                <a:lnTo>
                  <a:pt x="739149" y="2139314"/>
                </a:lnTo>
                <a:lnTo>
                  <a:pt x="737030" y="2166450"/>
                </a:lnTo>
                <a:lnTo>
                  <a:pt x="721478" y="2185374"/>
                </a:lnTo>
                <a:lnTo>
                  <a:pt x="698102" y="2192459"/>
                </a:lnTo>
                <a:close/>
              </a:path>
              <a:path w="2482215" h="2527300">
                <a:moveTo>
                  <a:pt x="851685" y="2188806"/>
                </a:moveTo>
                <a:lnTo>
                  <a:pt x="831628" y="2178074"/>
                </a:lnTo>
                <a:lnTo>
                  <a:pt x="820896" y="2158013"/>
                </a:lnTo>
                <a:lnTo>
                  <a:pt x="823122" y="2135304"/>
                </a:lnTo>
                <a:lnTo>
                  <a:pt x="837605" y="2117676"/>
                </a:lnTo>
                <a:lnTo>
                  <a:pt x="859376" y="2111083"/>
                </a:lnTo>
                <a:lnTo>
                  <a:pt x="864529" y="2111083"/>
                </a:lnTo>
                <a:lnTo>
                  <a:pt x="890771" y="2126209"/>
                </a:lnTo>
                <a:lnTo>
                  <a:pt x="898623" y="2155478"/>
                </a:lnTo>
                <a:lnTo>
                  <a:pt x="883482" y="2181708"/>
                </a:lnTo>
                <a:lnTo>
                  <a:pt x="851685" y="2188806"/>
                </a:lnTo>
                <a:close/>
              </a:path>
              <a:path w="2482215" h="2527300">
                <a:moveTo>
                  <a:pt x="1027780" y="2185969"/>
                </a:moveTo>
                <a:lnTo>
                  <a:pt x="1002335" y="2182078"/>
                </a:lnTo>
                <a:lnTo>
                  <a:pt x="985245" y="2159816"/>
                </a:lnTo>
                <a:lnTo>
                  <a:pt x="991577" y="2127989"/>
                </a:lnTo>
                <a:lnTo>
                  <a:pt x="1020657" y="2113975"/>
                </a:lnTo>
                <a:lnTo>
                  <a:pt x="1040820" y="2120083"/>
                </a:lnTo>
                <a:lnTo>
                  <a:pt x="1054235" y="2136414"/>
                </a:lnTo>
                <a:lnTo>
                  <a:pt x="1056297" y="2157449"/>
                </a:lnTo>
                <a:lnTo>
                  <a:pt x="1046356" y="2176017"/>
                </a:lnTo>
                <a:lnTo>
                  <a:pt x="1027780" y="2185969"/>
                </a:lnTo>
                <a:close/>
              </a:path>
              <a:path w="2482215" h="2527300">
                <a:moveTo>
                  <a:pt x="1175374" y="2183117"/>
                </a:moveTo>
                <a:lnTo>
                  <a:pt x="1154101" y="2168877"/>
                </a:lnTo>
                <a:lnTo>
                  <a:pt x="1149130" y="2143765"/>
                </a:lnTo>
                <a:lnTo>
                  <a:pt x="1163372" y="2122497"/>
                </a:lnTo>
                <a:lnTo>
                  <a:pt x="1181930" y="2116867"/>
                </a:lnTo>
                <a:lnTo>
                  <a:pt x="1188485" y="2117518"/>
                </a:lnTo>
                <a:lnTo>
                  <a:pt x="1209757" y="2131763"/>
                </a:lnTo>
                <a:lnTo>
                  <a:pt x="1214724" y="2156875"/>
                </a:lnTo>
                <a:lnTo>
                  <a:pt x="1200485" y="2178150"/>
                </a:lnTo>
                <a:lnTo>
                  <a:pt x="1175374" y="2183117"/>
                </a:lnTo>
                <a:close/>
              </a:path>
              <a:path w="2482215" h="2527300">
                <a:moveTo>
                  <a:pt x="1339197" y="2180873"/>
                </a:moveTo>
                <a:lnTo>
                  <a:pt x="1316508" y="2165729"/>
                </a:lnTo>
                <a:lnTo>
                  <a:pt x="1316508" y="2134921"/>
                </a:lnTo>
                <a:lnTo>
                  <a:pt x="1343200" y="2119777"/>
                </a:lnTo>
                <a:lnTo>
                  <a:pt x="1351190" y="2120555"/>
                </a:lnTo>
                <a:lnTo>
                  <a:pt x="1372970" y="2142336"/>
                </a:lnTo>
                <a:lnTo>
                  <a:pt x="1367650" y="2169084"/>
                </a:lnTo>
                <a:lnTo>
                  <a:pt x="1339197" y="2180873"/>
                </a:lnTo>
                <a:close/>
              </a:path>
              <a:path w="2482215" h="2527300">
                <a:moveTo>
                  <a:pt x="1504487" y="2177982"/>
                </a:moveTo>
                <a:lnTo>
                  <a:pt x="1482354" y="2167305"/>
                </a:lnTo>
                <a:lnTo>
                  <a:pt x="1480315" y="2136386"/>
                </a:lnTo>
                <a:lnTo>
                  <a:pt x="1504487" y="2122669"/>
                </a:lnTo>
                <a:lnTo>
                  <a:pt x="1518853" y="2125579"/>
                </a:lnTo>
                <a:lnTo>
                  <a:pt x="1532144" y="2142985"/>
                </a:lnTo>
                <a:lnTo>
                  <a:pt x="1529215" y="2164691"/>
                </a:lnTo>
                <a:lnTo>
                  <a:pt x="1518853" y="2175072"/>
                </a:lnTo>
                <a:lnTo>
                  <a:pt x="1504487" y="2177982"/>
                </a:lnTo>
                <a:close/>
              </a:path>
              <a:path w="2482215" h="2527300">
                <a:moveTo>
                  <a:pt x="1672317" y="2175072"/>
                </a:moveTo>
                <a:lnTo>
                  <a:pt x="1652891" y="2172476"/>
                </a:lnTo>
                <a:lnTo>
                  <a:pt x="1640990" y="2156887"/>
                </a:lnTo>
                <a:lnTo>
                  <a:pt x="1641639" y="2143856"/>
                </a:lnTo>
                <a:lnTo>
                  <a:pt x="1665755" y="2125560"/>
                </a:lnTo>
                <a:lnTo>
                  <a:pt x="1685571" y="2135107"/>
                </a:lnTo>
                <a:lnTo>
                  <a:pt x="1687906" y="2163190"/>
                </a:lnTo>
                <a:lnTo>
                  <a:pt x="1672317" y="2175072"/>
                </a:lnTo>
                <a:close/>
              </a:path>
              <a:path w="2482215" h="2527300">
                <a:moveTo>
                  <a:pt x="1821240" y="2172180"/>
                </a:moveTo>
                <a:lnTo>
                  <a:pt x="1807486" y="2161670"/>
                </a:lnTo>
                <a:lnTo>
                  <a:pt x="1805169" y="2147452"/>
                </a:lnTo>
                <a:lnTo>
                  <a:pt x="1827023" y="2128452"/>
                </a:lnTo>
                <a:lnTo>
                  <a:pt x="1832751" y="2129027"/>
                </a:lnTo>
                <a:lnTo>
                  <a:pt x="1848322" y="2156034"/>
                </a:lnTo>
                <a:lnTo>
                  <a:pt x="1821240" y="2172180"/>
                </a:lnTo>
                <a:close/>
              </a:path>
              <a:path w="2482215" h="2527300">
                <a:moveTo>
                  <a:pt x="1988310" y="2169288"/>
                </a:moveTo>
                <a:lnTo>
                  <a:pt x="1969829" y="2155274"/>
                </a:lnTo>
                <a:lnTo>
                  <a:pt x="1988310" y="2131362"/>
                </a:lnTo>
                <a:lnTo>
                  <a:pt x="1993333" y="2131362"/>
                </a:lnTo>
                <a:lnTo>
                  <a:pt x="2005271" y="2140464"/>
                </a:lnTo>
                <a:lnTo>
                  <a:pt x="2007263" y="2155274"/>
                </a:lnTo>
                <a:lnTo>
                  <a:pt x="1998171" y="2167286"/>
                </a:lnTo>
                <a:lnTo>
                  <a:pt x="1988310" y="2169288"/>
                </a:lnTo>
                <a:close/>
              </a:path>
              <a:path w="2482215" h="2527300">
                <a:moveTo>
                  <a:pt x="2157790" y="2164450"/>
                </a:moveTo>
                <a:lnTo>
                  <a:pt x="2141385" y="2164450"/>
                </a:lnTo>
                <a:lnTo>
                  <a:pt x="2133785" y="2150325"/>
                </a:lnTo>
                <a:lnTo>
                  <a:pt x="2149597" y="2134514"/>
                </a:lnTo>
                <a:lnTo>
                  <a:pt x="2153786" y="2134514"/>
                </a:lnTo>
                <a:lnTo>
                  <a:pt x="2163722" y="2142113"/>
                </a:lnTo>
                <a:lnTo>
                  <a:pt x="2165390" y="2154514"/>
                </a:lnTo>
                <a:lnTo>
                  <a:pt x="2157790" y="2164450"/>
                </a:lnTo>
                <a:close/>
              </a:path>
              <a:path w="2482215" h="2527300">
                <a:moveTo>
                  <a:pt x="2307436" y="2163227"/>
                </a:moveTo>
                <a:lnTo>
                  <a:pt x="2297963" y="2150325"/>
                </a:lnTo>
                <a:lnTo>
                  <a:pt x="2310865" y="2137405"/>
                </a:lnTo>
                <a:lnTo>
                  <a:pt x="2307436" y="2163227"/>
                </a:lnTo>
                <a:close/>
              </a:path>
              <a:path w="2482215" h="2527300">
                <a:moveTo>
                  <a:pt x="2472133" y="2160335"/>
                </a:moveTo>
                <a:lnTo>
                  <a:pt x="2472133" y="2140315"/>
                </a:lnTo>
                <a:lnTo>
                  <a:pt x="2482143" y="2147674"/>
                </a:lnTo>
                <a:lnTo>
                  <a:pt x="2472133" y="2160335"/>
                </a:lnTo>
                <a:close/>
              </a:path>
              <a:path w="2482215" h="2527300">
                <a:moveTo>
                  <a:pt x="63581" y="2364543"/>
                </a:moveTo>
                <a:lnTo>
                  <a:pt x="38886" y="2364200"/>
                </a:lnTo>
                <a:lnTo>
                  <a:pt x="9804" y="2344755"/>
                </a:lnTo>
                <a:lnTo>
                  <a:pt x="0" y="2321094"/>
                </a:lnTo>
                <a:lnTo>
                  <a:pt x="0" y="2311978"/>
                </a:lnTo>
                <a:lnTo>
                  <a:pt x="3116" y="2290939"/>
                </a:lnTo>
                <a:lnTo>
                  <a:pt x="14820" y="2273427"/>
                </a:lnTo>
                <a:lnTo>
                  <a:pt x="32338" y="2261718"/>
                </a:lnTo>
                <a:lnTo>
                  <a:pt x="53000" y="2257615"/>
                </a:lnTo>
                <a:lnTo>
                  <a:pt x="63581" y="2258662"/>
                </a:lnTo>
                <a:lnTo>
                  <a:pt x="82951" y="2266686"/>
                </a:lnTo>
                <a:lnTo>
                  <a:pt x="97914" y="2281647"/>
                </a:lnTo>
                <a:lnTo>
                  <a:pt x="105939" y="2301016"/>
                </a:lnTo>
                <a:lnTo>
                  <a:pt x="105941" y="2322181"/>
                </a:lnTo>
                <a:lnTo>
                  <a:pt x="97918" y="2341557"/>
                </a:lnTo>
                <a:lnTo>
                  <a:pt x="82953" y="2356519"/>
                </a:lnTo>
                <a:lnTo>
                  <a:pt x="63581" y="2364543"/>
                </a:lnTo>
                <a:close/>
              </a:path>
              <a:path w="2482215" h="2527300">
                <a:moveTo>
                  <a:pt x="207563" y="2362699"/>
                </a:moveTo>
                <a:lnTo>
                  <a:pt x="182886" y="2352466"/>
                </a:lnTo>
                <a:lnTo>
                  <a:pt x="164495" y="2324958"/>
                </a:lnTo>
                <a:lnTo>
                  <a:pt x="167065" y="2292042"/>
                </a:lnTo>
                <a:lnTo>
                  <a:pt x="178142" y="2275466"/>
                </a:lnTo>
                <a:lnTo>
                  <a:pt x="194720" y="2264392"/>
                </a:lnTo>
                <a:lnTo>
                  <a:pt x="214274" y="2260507"/>
                </a:lnTo>
                <a:lnTo>
                  <a:pt x="233825" y="2264392"/>
                </a:lnTo>
                <a:lnTo>
                  <a:pt x="250399" y="2275466"/>
                </a:lnTo>
                <a:lnTo>
                  <a:pt x="261475" y="2292042"/>
                </a:lnTo>
                <a:lnTo>
                  <a:pt x="265364" y="2311593"/>
                </a:lnTo>
                <a:lnTo>
                  <a:pt x="261476" y="2331145"/>
                </a:lnTo>
                <a:lnTo>
                  <a:pt x="250401" y="2347721"/>
                </a:lnTo>
                <a:lnTo>
                  <a:pt x="233826" y="2358804"/>
                </a:lnTo>
                <a:lnTo>
                  <a:pt x="207563" y="2362699"/>
                </a:lnTo>
                <a:close/>
              </a:path>
              <a:path w="2482215" h="2527300">
                <a:moveTo>
                  <a:pt x="369217" y="2359807"/>
                </a:moveTo>
                <a:lnTo>
                  <a:pt x="345941" y="2350149"/>
                </a:lnTo>
                <a:lnTo>
                  <a:pt x="328596" y="2324198"/>
                </a:lnTo>
                <a:lnTo>
                  <a:pt x="331021" y="2293154"/>
                </a:lnTo>
                <a:lnTo>
                  <a:pt x="348808" y="2271500"/>
                </a:lnTo>
                <a:lnTo>
                  <a:pt x="375547" y="2263398"/>
                </a:lnTo>
                <a:lnTo>
                  <a:pt x="388145" y="2264640"/>
                </a:lnTo>
                <a:lnTo>
                  <a:pt x="414107" y="2281990"/>
                </a:lnTo>
                <a:lnTo>
                  <a:pt x="423750" y="2305272"/>
                </a:lnTo>
                <a:lnTo>
                  <a:pt x="417659" y="2335895"/>
                </a:lnTo>
                <a:lnTo>
                  <a:pt x="399843" y="2353708"/>
                </a:lnTo>
                <a:lnTo>
                  <a:pt x="369217" y="2359807"/>
                </a:lnTo>
                <a:close/>
              </a:path>
              <a:path w="2482215" h="2527300">
                <a:moveTo>
                  <a:pt x="524987" y="2355729"/>
                </a:moveTo>
                <a:lnTo>
                  <a:pt x="497247" y="2334430"/>
                </a:lnTo>
                <a:lnTo>
                  <a:pt x="492693" y="2299748"/>
                </a:lnTo>
                <a:lnTo>
                  <a:pt x="508999" y="2275354"/>
                </a:lnTo>
                <a:lnTo>
                  <a:pt x="536828" y="2266290"/>
                </a:lnTo>
                <a:lnTo>
                  <a:pt x="554163" y="2269742"/>
                </a:lnTo>
                <a:lnTo>
                  <a:pt x="574516" y="2286459"/>
                </a:lnTo>
                <a:lnTo>
                  <a:pt x="582128" y="2311593"/>
                </a:lnTo>
                <a:lnTo>
                  <a:pt x="574516" y="2336727"/>
                </a:lnTo>
                <a:lnTo>
                  <a:pt x="554163" y="2353444"/>
                </a:lnTo>
                <a:lnTo>
                  <a:pt x="524987" y="2355729"/>
                </a:lnTo>
                <a:close/>
              </a:path>
              <a:path w="2482215" h="2527300">
                <a:moveTo>
                  <a:pt x="709115" y="2352652"/>
                </a:moveTo>
                <a:lnTo>
                  <a:pt x="676861" y="2348407"/>
                </a:lnTo>
                <a:lnTo>
                  <a:pt x="657047" y="2322604"/>
                </a:lnTo>
                <a:lnTo>
                  <a:pt x="659167" y="2295469"/>
                </a:lnTo>
                <a:lnTo>
                  <a:pt x="674721" y="2276537"/>
                </a:lnTo>
                <a:lnTo>
                  <a:pt x="698102" y="2269460"/>
                </a:lnTo>
                <a:lnTo>
                  <a:pt x="714226" y="2272671"/>
                </a:lnTo>
                <a:lnTo>
                  <a:pt x="733158" y="2288219"/>
                </a:lnTo>
                <a:lnTo>
                  <a:pt x="740239" y="2311593"/>
                </a:lnTo>
                <a:lnTo>
                  <a:pt x="734916" y="2332836"/>
                </a:lnTo>
                <a:lnTo>
                  <a:pt x="709115" y="2352652"/>
                </a:lnTo>
                <a:close/>
              </a:path>
              <a:path w="2482215" h="2527300">
                <a:moveTo>
                  <a:pt x="869634" y="2349834"/>
                </a:moveTo>
                <a:lnTo>
                  <a:pt x="839595" y="2345886"/>
                </a:lnTo>
                <a:lnTo>
                  <a:pt x="821148" y="2321863"/>
                </a:lnTo>
                <a:lnTo>
                  <a:pt x="823122" y="2296579"/>
                </a:lnTo>
                <a:lnTo>
                  <a:pt x="837605" y="2278944"/>
                </a:lnTo>
                <a:lnTo>
                  <a:pt x="859376" y="2272351"/>
                </a:lnTo>
                <a:lnTo>
                  <a:pt x="879156" y="2277319"/>
                </a:lnTo>
                <a:lnTo>
                  <a:pt x="897607" y="2301343"/>
                </a:lnTo>
                <a:lnTo>
                  <a:pt x="893665" y="2331372"/>
                </a:lnTo>
                <a:lnTo>
                  <a:pt x="869634" y="2349834"/>
                </a:lnTo>
                <a:close/>
              </a:path>
              <a:path w="2482215" h="2527300">
                <a:moveTo>
                  <a:pt x="1027780" y="2347238"/>
                </a:moveTo>
                <a:lnTo>
                  <a:pt x="1002335" y="2343346"/>
                </a:lnTo>
                <a:lnTo>
                  <a:pt x="985245" y="2321103"/>
                </a:lnTo>
                <a:lnTo>
                  <a:pt x="991577" y="2289275"/>
                </a:lnTo>
                <a:lnTo>
                  <a:pt x="1020657" y="2275243"/>
                </a:lnTo>
                <a:lnTo>
                  <a:pt x="1040820" y="2281358"/>
                </a:lnTo>
                <a:lnTo>
                  <a:pt x="1054235" y="2297684"/>
                </a:lnTo>
                <a:lnTo>
                  <a:pt x="1056297" y="2318718"/>
                </a:lnTo>
                <a:lnTo>
                  <a:pt x="1046356" y="2337304"/>
                </a:lnTo>
                <a:lnTo>
                  <a:pt x="1027780" y="2347238"/>
                </a:lnTo>
                <a:close/>
              </a:path>
              <a:path w="2482215" h="2527300">
                <a:moveTo>
                  <a:pt x="1175374" y="2344403"/>
                </a:moveTo>
                <a:lnTo>
                  <a:pt x="1154101" y="2330156"/>
                </a:lnTo>
                <a:lnTo>
                  <a:pt x="1149130" y="2305043"/>
                </a:lnTo>
                <a:lnTo>
                  <a:pt x="1163372" y="2283768"/>
                </a:lnTo>
                <a:lnTo>
                  <a:pt x="1181930" y="2278153"/>
                </a:lnTo>
                <a:lnTo>
                  <a:pt x="1188485" y="2278802"/>
                </a:lnTo>
                <a:lnTo>
                  <a:pt x="1209757" y="2293041"/>
                </a:lnTo>
                <a:lnTo>
                  <a:pt x="1214724" y="2318154"/>
                </a:lnTo>
                <a:lnTo>
                  <a:pt x="1200485" y="2339429"/>
                </a:lnTo>
                <a:lnTo>
                  <a:pt x="1175374" y="2344403"/>
                </a:lnTo>
                <a:close/>
              </a:path>
              <a:path w="2482215" h="2527300">
                <a:moveTo>
                  <a:pt x="1339197" y="2342142"/>
                </a:moveTo>
                <a:lnTo>
                  <a:pt x="1316508" y="2326997"/>
                </a:lnTo>
                <a:lnTo>
                  <a:pt x="1316508" y="2296189"/>
                </a:lnTo>
                <a:lnTo>
                  <a:pt x="1343200" y="2281045"/>
                </a:lnTo>
                <a:lnTo>
                  <a:pt x="1351190" y="2281842"/>
                </a:lnTo>
                <a:lnTo>
                  <a:pt x="1372970" y="2303604"/>
                </a:lnTo>
                <a:lnTo>
                  <a:pt x="1367650" y="2330371"/>
                </a:lnTo>
                <a:lnTo>
                  <a:pt x="1339197" y="2342142"/>
                </a:lnTo>
                <a:close/>
              </a:path>
              <a:path w="2482215" h="2527300">
                <a:moveTo>
                  <a:pt x="1504487" y="2339250"/>
                </a:moveTo>
                <a:lnTo>
                  <a:pt x="1482354" y="2328591"/>
                </a:lnTo>
                <a:lnTo>
                  <a:pt x="1480315" y="2297654"/>
                </a:lnTo>
                <a:lnTo>
                  <a:pt x="1504487" y="2283937"/>
                </a:lnTo>
                <a:lnTo>
                  <a:pt x="1518853" y="2286847"/>
                </a:lnTo>
                <a:lnTo>
                  <a:pt x="1532144" y="2304271"/>
                </a:lnTo>
                <a:lnTo>
                  <a:pt x="1529215" y="2325959"/>
                </a:lnTo>
                <a:lnTo>
                  <a:pt x="1518853" y="2336340"/>
                </a:lnTo>
                <a:lnTo>
                  <a:pt x="1504487" y="2339250"/>
                </a:lnTo>
                <a:close/>
              </a:path>
              <a:path w="2482215" h="2527300">
                <a:moveTo>
                  <a:pt x="1653280" y="2333225"/>
                </a:moveTo>
                <a:lnTo>
                  <a:pt x="1640990" y="2305031"/>
                </a:lnTo>
                <a:lnTo>
                  <a:pt x="1652891" y="2289442"/>
                </a:lnTo>
                <a:lnTo>
                  <a:pt x="1665755" y="2286847"/>
                </a:lnTo>
                <a:lnTo>
                  <a:pt x="1672317" y="2286847"/>
                </a:lnTo>
                <a:lnTo>
                  <a:pt x="1687906" y="2298729"/>
                </a:lnTo>
                <a:lnTo>
                  <a:pt x="1690520" y="2311593"/>
                </a:lnTo>
                <a:lnTo>
                  <a:pt x="1680974" y="2331409"/>
                </a:lnTo>
                <a:lnTo>
                  <a:pt x="1653280" y="2333225"/>
                </a:lnTo>
                <a:close/>
              </a:path>
              <a:path w="2482215" h="2527300">
                <a:moveTo>
                  <a:pt x="1821314" y="2332892"/>
                </a:moveTo>
                <a:lnTo>
                  <a:pt x="1805169" y="2305791"/>
                </a:lnTo>
                <a:lnTo>
                  <a:pt x="1815679" y="2292037"/>
                </a:lnTo>
                <a:lnTo>
                  <a:pt x="1827023" y="2289739"/>
                </a:lnTo>
                <a:lnTo>
                  <a:pt x="1832751" y="2290295"/>
                </a:lnTo>
                <a:lnTo>
                  <a:pt x="1848340" y="2317303"/>
                </a:lnTo>
                <a:lnTo>
                  <a:pt x="1821314" y="2332892"/>
                </a:lnTo>
                <a:close/>
              </a:path>
              <a:path w="2482215" h="2527300">
                <a:moveTo>
                  <a:pt x="1997875" y="2328165"/>
                </a:moveTo>
                <a:lnTo>
                  <a:pt x="1969829" y="2316561"/>
                </a:lnTo>
                <a:lnTo>
                  <a:pt x="1988310" y="2292630"/>
                </a:lnTo>
                <a:lnTo>
                  <a:pt x="1993333" y="2292630"/>
                </a:lnTo>
                <a:lnTo>
                  <a:pt x="2005271" y="2301750"/>
                </a:lnTo>
                <a:lnTo>
                  <a:pt x="2007273" y="2311593"/>
                </a:lnTo>
                <a:lnTo>
                  <a:pt x="1997875" y="2328165"/>
                </a:lnTo>
                <a:close/>
              </a:path>
              <a:path w="2482215" h="2527300">
                <a:moveTo>
                  <a:pt x="2149597" y="2327405"/>
                </a:moveTo>
                <a:lnTo>
                  <a:pt x="2135453" y="2303382"/>
                </a:lnTo>
                <a:lnTo>
                  <a:pt x="2149597" y="2295800"/>
                </a:lnTo>
                <a:lnTo>
                  <a:pt x="2153786" y="2295800"/>
                </a:lnTo>
                <a:lnTo>
                  <a:pt x="2163722" y="2303382"/>
                </a:lnTo>
                <a:lnTo>
                  <a:pt x="2163722" y="2319805"/>
                </a:lnTo>
                <a:lnTo>
                  <a:pt x="2149597" y="2327405"/>
                </a:lnTo>
                <a:close/>
              </a:path>
              <a:path w="2482215" h="2527300">
                <a:moveTo>
                  <a:pt x="2472133" y="2321603"/>
                </a:moveTo>
                <a:lnTo>
                  <a:pt x="2472133" y="2301584"/>
                </a:lnTo>
                <a:lnTo>
                  <a:pt x="2482143" y="2308943"/>
                </a:lnTo>
                <a:lnTo>
                  <a:pt x="2472133" y="2321603"/>
                </a:lnTo>
                <a:close/>
              </a:path>
              <a:path w="2482215" h="2527300">
                <a:moveTo>
                  <a:pt x="53000" y="2526858"/>
                </a:moveTo>
                <a:lnTo>
                  <a:pt x="32327" y="2522748"/>
                </a:lnTo>
                <a:lnTo>
                  <a:pt x="14820" y="2511047"/>
                </a:lnTo>
                <a:lnTo>
                  <a:pt x="3116" y="2493534"/>
                </a:lnTo>
                <a:lnTo>
                  <a:pt x="0" y="2477878"/>
                </a:lnTo>
                <a:lnTo>
                  <a:pt x="0" y="2468913"/>
                </a:lnTo>
                <a:lnTo>
                  <a:pt x="5828" y="2445668"/>
                </a:lnTo>
                <a:lnTo>
                  <a:pt x="25784" y="2425704"/>
                </a:lnTo>
                <a:lnTo>
                  <a:pt x="53000" y="2418883"/>
                </a:lnTo>
                <a:lnTo>
                  <a:pt x="73660" y="2422993"/>
                </a:lnTo>
                <a:lnTo>
                  <a:pt x="91176" y="2434695"/>
                </a:lnTo>
                <a:lnTo>
                  <a:pt x="102878" y="2452216"/>
                </a:lnTo>
                <a:lnTo>
                  <a:pt x="106988" y="2472880"/>
                </a:lnTo>
                <a:lnTo>
                  <a:pt x="102876" y="2493534"/>
                </a:lnTo>
                <a:lnTo>
                  <a:pt x="91172" y="2511047"/>
                </a:lnTo>
                <a:lnTo>
                  <a:pt x="73659" y="2522748"/>
                </a:lnTo>
                <a:lnTo>
                  <a:pt x="53000" y="2526858"/>
                </a:lnTo>
                <a:close/>
              </a:path>
              <a:path w="2482215" h="2527300">
                <a:moveTo>
                  <a:pt x="224287" y="2522977"/>
                </a:moveTo>
                <a:lnTo>
                  <a:pt x="204258" y="2522977"/>
                </a:lnTo>
                <a:lnTo>
                  <a:pt x="185925" y="2515388"/>
                </a:lnTo>
                <a:lnTo>
                  <a:pt x="171761" y="2501225"/>
                </a:lnTo>
                <a:lnTo>
                  <a:pt x="164166" y="2482894"/>
                </a:lnTo>
                <a:lnTo>
                  <a:pt x="164448" y="2462866"/>
                </a:lnTo>
                <a:lnTo>
                  <a:pt x="164495" y="2459515"/>
                </a:lnTo>
                <a:lnTo>
                  <a:pt x="182886" y="2432007"/>
                </a:lnTo>
                <a:lnTo>
                  <a:pt x="214274" y="2421775"/>
                </a:lnTo>
                <a:lnTo>
                  <a:pt x="224288" y="2422767"/>
                </a:lnTo>
                <a:lnTo>
                  <a:pt x="242620" y="2430369"/>
                </a:lnTo>
                <a:lnTo>
                  <a:pt x="256782" y="2444535"/>
                </a:lnTo>
                <a:lnTo>
                  <a:pt x="264374" y="2462866"/>
                </a:lnTo>
                <a:lnTo>
                  <a:pt x="264373" y="2482894"/>
                </a:lnTo>
                <a:lnTo>
                  <a:pt x="256780" y="2501225"/>
                </a:lnTo>
                <a:lnTo>
                  <a:pt x="242618" y="2515388"/>
                </a:lnTo>
                <a:lnTo>
                  <a:pt x="224287" y="2522977"/>
                </a:lnTo>
                <a:close/>
              </a:path>
              <a:path w="2482215" h="2527300">
                <a:moveTo>
                  <a:pt x="366101" y="2520140"/>
                </a:moveTo>
                <a:lnTo>
                  <a:pt x="341468" y="2506950"/>
                </a:lnTo>
                <a:lnTo>
                  <a:pt x="328287" y="2482322"/>
                </a:lnTo>
                <a:lnTo>
                  <a:pt x="328508" y="2466540"/>
                </a:lnTo>
                <a:lnTo>
                  <a:pt x="328596" y="2460275"/>
                </a:lnTo>
                <a:lnTo>
                  <a:pt x="345941" y="2434324"/>
                </a:lnTo>
                <a:lnTo>
                  <a:pt x="375547" y="2424666"/>
                </a:lnTo>
                <a:lnTo>
                  <a:pt x="388145" y="2425927"/>
                </a:lnTo>
                <a:lnTo>
                  <a:pt x="414109" y="2443259"/>
                </a:lnTo>
                <a:lnTo>
                  <a:pt x="423750" y="2466540"/>
                </a:lnTo>
                <a:lnTo>
                  <a:pt x="417657" y="2497163"/>
                </a:lnTo>
                <a:lnTo>
                  <a:pt x="399841" y="2514977"/>
                </a:lnTo>
                <a:lnTo>
                  <a:pt x="366101" y="2520140"/>
                </a:lnTo>
                <a:close/>
              </a:path>
              <a:path w="2482215" h="2527300">
                <a:moveTo>
                  <a:pt x="524987" y="2517016"/>
                </a:moveTo>
                <a:lnTo>
                  <a:pt x="497247" y="2495717"/>
                </a:lnTo>
                <a:lnTo>
                  <a:pt x="492691" y="2461035"/>
                </a:lnTo>
                <a:lnTo>
                  <a:pt x="508997" y="2436641"/>
                </a:lnTo>
                <a:lnTo>
                  <a:pt x="536828" y="2427577"/>
                </a:lnTo>
                <a:lnTo>
                  <a:pt x="564655" y="2436641"/>
                </a:lnTo>
                <a:lnTo>
                  <a:pt x="582128" y="2466930"/>
                </a:lnTo>
                <a:lnTo>
                  <a:pt x="574516" y="2498014"/>
                </a:lnTo>
                <a:lnTo>
                  <a:pt x="554163" y="2514731"/>
                </a:lnTo>
                <a:lnTo>
                  <a:pt x="524987" y="2517016"/>
                </a:lnTo>
                <a:close/>
              </a:path>
              <a:path w="2482215" h="2527300">
                <a:moveTo>
                  <a:pt x="698102" y="2515014"/>
                </a:moveTo>
                <a:lnTo>
                  <a:pt x="674715" y="2507929"/>
                </a:lnTo>
                <a:lnTo>
                  <a:pt x="659167" y="2489004"/>
                </a:lnTo>
                <a:lnTo>
                  <a:pt x="655957" y="2467338"/>
                </a:lnTo>
                <a:lnTo>
                  <a:pt x="672214" y="2439162"/>
                </a:lnTo>
                <a:lnTo>
                  <a:pt x="698102" y="2430728"/>
                </a:lnTo>
                <a:lnTo>
                  <a:pt x="706361" y="2431546"/>
                </a:lnTo>
                <a:lnTo>
                  <a:pt x="727898" y="2443073"/>
                </a:lnTo>
                <a:lnTo>
                  <a:pt x="739422" y="2464620"/>
                </a:lnTo>
                <a:lnTo>
                  <a:pt x="737030" y="2489004"/>
                </a:lnTo>
                <a:lnTo>
                  <a:pt x="721478" y="2507929"/>
                </a:lnTo>
                <a:lnTo>
                  <a:pt x="698102" y="2515014"/>
                </a:lnTo>
                <a:close/>
              </a:path>
              <a:path w="2482215" h="2527300">
                <a:moveTo>
                  <a:pt x="869632" y="2511102"/>
                </a:moveTo>
                <a:lnTo>
                  <a:pt x="844359" y="2509135"/>
                </a:lnTo>
                <a:lnTo>
                  <a:pt x="826728" y="2494651"/>
                </a:lnTo>
                <a:lnTo>
                  <a:pt x="820134" y="2467727"/>
                </a:lnTo>
                <a:lnTo>
                  <a:pt x="835271" y="2441479"/>
                </a:lnTo>
                <a:lnTo>
                  <a:pt x="859376" y="2433638"/>
                </a:lnTo>
                <a:lnTo>
                  <a:pt x="879158" y="2438587"/>
                </a:lnTo>
                <a:lnTo>
                  <a:pt x="897609" y="2462611"/>
                </a:lnTo>
                <a:lnTo>
                  <a:pt x="893663" y="2492658"/>
                </a:lnTo>
                <a:lnTo>
                  <a:pt x="869632" y="2511102"/>
                </a:lnTo>
                <a:close/>
              </a:path>
              <a:path w="2482215" h="2527300">
                <a:moveTo>
                  <a:pt x="1027780" y="2508524"/>
                </a:moveTo>
                <a:lnTo>
                  <a:pt x="1002335" y="2504633"/>
                </a:lnTo>
                <a:lnTo>
                  <a:pt x="985245" y="2482371"/>
                </a:lnTo>
                <a:lnTo>
                  <a:pt x="991575" y="2450543"/>
                </a:lnTo>
                <a:lnTo>
                  <a:pt x="1020657" y="2436530"/>
                </a:lnTo>
                <a:lnTo>
                  <a:pt x="1025430" y="2436530"/>
                </a:lnTo>
                <a:lnTo>
                  <a:pt x="1049733" y="2450543"/>
                </a:lnTo>
                <a:lnTo>
                  <a:pt x="1056297" y="2480004"/>
                </a:lnTo>
                <a:lnTo>
                  <a:pt x="1046356" y="2498572"/>
                </a:lnTo>
                <a:lnTo>
                  <a:pt x="1027780" y="2508524"/>
                </a:lnTo>
                <a:close/>
              </a:path>
              <a:path w="2482215" h="2527300">
                <a:moveTo>
                  <a:pt x="1175374" y="2505672"/>
                </a:moveTo>
                <a:lnTo>
                  <a:pt x="1154101" y="2491432"/>
                </a:lnTo>
                <a:lnTo>
                  <a:pt x="1149130" y="2466319"/>
                </a:lnTo>
                <a:lnTo>
                  <a:pt x="1163372" y="2445052"/>
                </a:lnTo>
                <a:lnTo>
                  <a:pt x="1181930" y="2439421"/>
                </a:lnTo>
                <a:lnTo>
                  <a:pt x="1188485" y="2440073"/>
                </a:lnTo>
                <a:lnTo>
                  <a:pt x="1209757" y="2454318"/>
                </a:lnTo>
                <a:lnTo>
                  <a:pt x="1214724" y="2479430"/>
                </a:lnTo>
                <a:lnTo>
                  <a:pt x="1200485" y="2500705"/>
                </a:lnTo>
                <a:lnTo>
                  <a:pt x="1175374" y="2505672"/>
                </a:lnTo>
                <a:close/>
              </a:path>
              <a:path w="2482215" h="2527300">
                <a:moveTo>
                  <a:pt x="1351301" y="2503428"/>
                </a:moveTo>
                <a:lnTo>
                  <a:pt x="1327333" y="2500203"/>
                </a:lnTo>
                <a:lnTo>
                  <a:pt x="1312652" y="2480980"/>
                </a:lnTo>
                <a:lnTo>
                  <a:pt x="1316508" y="2457476"/>
                </a:lnTo>
                <a:lnTo>
                  <a:pt x="1343200" y="2442332"/>
                </a:lnTo>
                <a:lnTo>
                  <a:pt x="1347223" y="2442332"/>
                </a:lnTo>
                <a:lnTo>
                  <a:pt x="1369893" y="2457476"/>
                </a:lnTo>
                <a:lnTo>
                  <a:pt x="1370542" y="2488747"/>
                </a:lnTo>
                <a:lnTo>
                  <a:pt x="1351301" y="2503428"/>
                </a:lnTo>
                <a:close/>
              </a:path>
              <a:path w="2482215" h="2527300">
                <a:moveTo>
                  <a:pt x="1511809" y="2500518"/>
                </a:moveTo>
                <a:lnTo>
                  <a:pt x="1490121" y="2497608"/>
                </a:lnTo>
                <a:lnTo>
                  <a:pt x="1476831" y="2480202"/>
                </a:lnTo>
                <a:lnTo>
                  <a:pt x="1480315" y="2458940"/>
                </a:lnTo>
                <a:lnTo>
                  <a:pt x="1504487" y="2445223"/>
                </a:lnTo>
                <a:lnTo>
                  <a:pt x="1518853" y="2448134"/>
                </a:lnTo>
                <a:lnTo>
                  <a:pt x="1532144" y="2465539"/>
                </a:lnTo>
                <a:lnTo>
                  <a:pt x="1529215" y="2487246"/>
                </a:lnTo>
                <a:lnTo>
                  <a:pt x="1511809" y="2500518"/>
                </a:lnTo>
                <a:close/>
              </a:path>
              <a:path w="2482215" h="2527300">
                <a:moveTo>
                  <a:pt x="1672317" y="2497626"/>
                </a:moveTo>
                <a:lnTo>
                  <a:pt x="1652891" y="2495031"/>
                </a:lnTo>
                <a:lnTo>
                  <a:pt x="1640990" y="2479442"/>
                </a:lnTo>
                <a:lnTo>
                  <a:pt x="1641761" y="2466318"/>
                </a:lnTo>
                <a:lnTo>
                  <a:pt x="1665755" y="2448115"/>
                </a:lnTo>
                <a:lnTo>
                  <a:pt x="1678620" y="2450729"/>
                </a:lnTo>
                <a:lnTo>
                  <a:pt x="1690520" y="2466318"/>
                </a:lnTo>
                <a:lnTo>
                  <a:pt x="1687906" y="2485744"/>
                </a:lnTo>
                <a:lnTo>
                  <a:pt x="1672317" y="2497626"/>
                </a:lnTo>
                <a:close/>
              </a:path>
              <a:path w="2482215" h="2527300">
                <a:moveTo>
                  <a:pt x="1821240" y="2494735"/>
                </a:moveTo>
                <a:lnTo>
                  <a:pt x="1807486" y="2484224"/>
                </a:lnTo>
                <a:lnTo>
                  <a:pt x="1805169" y="2470007"/>
                </a:lnTo>
                <a:lnTo>
                  <a:pt x="1827023" y="2451007"/>
                </a:lnTo>
                <a:lnTo>
                  <a:pt x="1832751" y="2451581"/>
                </a:lnTo>
                <a:lnTo>
                  <a:pt x="1848322" y="2478589"/>
                </a:lnTo>
                <a:lnTo>
                  <a:pt x="1821240" y="2494735"/>
                </a:lnTo>
                <a:close/>
              </a:path>
              <a:path w="2482215" h="2527300">
                <a:moveTo>
                  <a:pt x="1988310" y="2491843"/>
                </a:moveTo>
                <a:lnTo>
                  <a:pt x="1969829" y="2477829"/>
                </a:lnTo>
                <a:lnTo>
                  <a:pt x="1988310" y="2453917"/>
                </a:lnTo>
                <a:lnTo>
                  <a:pt x="1990812" y="2453917"/>
                </a:lnTo>
                <a:lnTo>
                  <a:pt x="2007222" y="2477829"/>
                </a:lnTo>
                <a:lnTo>
                  <a:pt x="1998171" y="2489841"/>
                </a:lnTo>
                <a:lnTo>
                  <a:pt x="1988310" y="2491843"/>
                </a:lnTo>
                <a:close/>
              </a:path>
              <a:path w="2482215" h="2527300">
                <a:moveTo>
                  <a:pt x="2157790" y="2487005"/>
                </a:moveTo>
                <a:lnTo>
                  <a:pt x="2141385" y="2487005"/>
                </a:lnTo>
                <a:lnTo>
                  <a:pt x="2133785" y="2472880"/>
                </a:lnTo>
                <a:lnTo>
                  <a:pt x="2149597" y="2457068"/>
                </a:lnTo>
                <a:lnTo>
                  <a:pt x="2153786" y="2457068"/>
                </a:lnTo>
                <a:lnTo>
                  <a:pt x="2163722" y="2464668"/>
                </a:lnTo>
                <a:lnTo>
                  <a:pt x="2165390" y="2477069"/>
                </a:lnTo>
                <a:lnTo>
                  <a:pt x="2157790" y="2487005"/>
                </a:lnTo>
                <a:close/>
              </a:path>
              <a:path w="2482215" h="2527300">
                <a:moveTo>
                  <a:pt x="2307436" y="2485781"/>
                </a:moveTo>
                <a:lnTo>
                  <a:pt x="2297963" y="2472880"/>
                </a:lnTo>
                <a:lnTo>
                  <a:pt x="2310865" y="2459960"/>
                </a:lnTo>
                <a:lnTo>
                  <a:pt x="2307436" y="2485781"/>
                </a:lnTo>
                <a:close/>
              </a:path>
            </a:pathLst>
          </a:custGeom>
          <a:solidFill>
            <a:srgbClr val="FFF1ED"/>
          </a:solidFill>
          <a:ln>
            <a:headEnd type="none"/>
            <a:tailEnd type="none"/>
          </a:ln>
        </p:spPr>
        <p:txBody>
          <a:bodyPr wrap="square" lIns="0" tIns="0" rIns="0" bIns="0"/>
          <a:lstStyle/>
          <a:p>
            <a:endParaRPr sz="1715" dirty="0"/>
          </a:p>
        </p:txBody>
      </p:sp>
      <p:grpSp>
        <p:nvGrpSpPr>
          <p:cNvPr id="2" name="object 10"/>
          <p:cNvGrpSpPr>
            <a:grpSpLocks/>
          </p:cNvGrpSpPr>
          <p:nvPr/>
        </p:nvGrpSpPr>
        <p:grpSpPr bwMode="white">
          <a:xfrm>
            <a:off x="3313769" y="3113469"/>
            <a:ext cx="648750" cy="768433"/>
            <a:chOff x="5219469" y="4371706"/>
            <a:chExt cx="1220470" cy="1219835"/>
          </a:xfrm>
        </p:grpSpPr>
        <p:sp>
          <p:nvSpPr>
            <p:cNvPr id="8" name="object 11"/>
            <p:cNvSpPr>
              <a:spLocks/>
            </p:cNvSpPr>
            <p:nvPr/>
          </p:nvSpPr>
          <p:spPr bwMode="white">
            <a:xfrm>
              <a:off x="5219458" y="4371707"/>
              <a:ext cx="1220470" cy="1219835"/>
            </a:xfrm>
            <a:custGeom>
              <a:avLst/>
              <a:gdLst/>
              <a:ahLst/>
              <a:cxnLst/>
              <a:rect l="l" t="t" r="r" b="b"/>
              <a:pathLst>
                <a:path w="1220470" h="1219835">
                  <a:moveTo>
                    <a:pt x="903185" y="798068"/>
                  </a:moveTo>
                  <a:lnTo>
                    <a:pt x="900480" y="789330"/>
                  </a:lnTo>
                  <a:lnTo>
                    <a:pt x="895629" y="782612"/>
                  </a:lnTo>
                  <a:lnTo>
                    <a:pt x="886993" y="776998"/>
                  </a:lnTo>
                  <a:lnTo>
                    <a:pt x="876935" y="774903"/>
                  </a:lnTo>
                  <a:lnTo>
                    <a:pt x="866914" y="777087"/>
                  </a:lnTo>
                  <a:lnTo>
                    <a:pt x="858405" y="784301"/>
                  </a:lnTo>
                  <a:lnTo>
                    <a:pt x="823404" y="824814"/>
                  </a:lnTo>
                  <a:lnTo>
                    <a:pt x="783145" y="857719"/>
                  </a:lnTo>
                  <a:lnTo>
                    <a:pt x="738225" y="882815"/>
                  </a:lnTo>
                  <a:lnTo>
                    <a:pt x="689241" y="899909"/>
                  </a:lnTo>
                  <a:lnTo>
                    <a:pt x="636765" y="908748"/>
                  </a:lnTo>
                  <a:lnTo>
                    <a:pt x="583260" y="908951"/>
                  </a:lnTo>
                  <a:lnTo>
                    <a:pt x="531698" y="900442"/>
                  </a:lnTo>
                  <a:lnTo>
                    <a:pt x="482917" y="883627"/>
                  </a:lnTo>
                  <a:lnTo>
                    <a:pt x="437743" y="858888"/>
                  </a:lnTo>
                  <a:lnTo>
                    <a:pt x="397014" y="826592"/>
                  </a:lnTo>
                  <a:lnTo>
                    <a:pt x="361556" y="787146"/>
                  </a:lnTo>
                  <a:lnTo>
                    <a:pt x="353479" y="779741"/>
                  </a:lnTo>
                  <a:lnTo>
                    <a:pt x="344030" y="775970"/>
                  </a:lnTo>
                  <a:lnTo>
                    <a:pt x="334416" y="775843"/>
                  </a:lnTo>
                  <a:lnTo>
                    <a:pt x="325818" y="779360"/>
                  </a:lnTo>
                  <a:lnTo>
                    <a:pt x="320268" y="784923"/>
                  </a:lnTo>
                  <a:lnTo>
                    <a:pt x="315506" y="793216"/>
                  </a:lnTo>
                  <a:lnTo>
                    <a:pt x="313588" y="802741"/>
                  </a:lnTo>
                  <a:lnTo>
                    <a:pt x="316560" y="811987"/>
                  </a:lnTo>
                  <a:lnTo>
                    <a:pt x="346748" y="848893"/>
                  </a:lnTo>
                  <a:lnTo>
                    <a:pt x="381241" y="880935"/>
                  </a:lnTo>
                  <a:lnTo>
                    <a:pt x="419455" y="907897"/>
                  </a:lnTo>
                  <a:lnTo>
                    <a:pt x="460806" y="929576"/>
                  </a:lnTo>
                  <a:lnTo>
                    <a:pt x="504685" y="945769"/>
                  </a:lnTo>
                  <a:lnTo>
                    <a:pt x="550532" y="956271"/>
                  </a:lnTo>
                  <a:lnTo>
                    <a:pt x="597725" y="960869"/>
                  </a:lnTo>
                  <a:lnTo>
                    <a:pt x="645693" y="959383"/>
                  </a:lnTo>
                  <a:lnTo>
                    <a:pt x="695794" y="951179"/>
                  </a:lnTo>
                  <a:lnTo>
                    <a:pt x="743381" y="936523"/>
                  </a:lnTo>
                  <a:lnTo>
                    <a:pt x="787946" y="915606"/>
                  </a:lnTo>
                  <a:lnTo>
                    <a:pt x="828979" y="888644"/>
                  </a:lnTo>
                  <a:lnTo>
                    <a:pt x="865987" y="855840"/>
                  </a:lnTo>
                  <a:lnTo>
                    <a:pt x="898436" y="817384"/>
                  </a:lnTo>
                  <a:lnTo>
                    <a:pt x="902830" y="807770"/>
                  </a:lnTo>
                  <a:lnTo>
                    <a:pt x="903185" y="798068"/>
                  </a:lnTo>
                  <a:close/>
                </a:path>
                <a:path w="1220470" h="1219835">
                  <a:moveTo>
                    <a:pt x="1220063" y="609854"/>
                  </a:moveTo>
                  <a:lnTo>
                    <a:pt x="1218234" y="562190"/>
                  </a:lnTo>
                  <a:lnTo>
                    <a:pt x="1212811" y="515543"/>
                  </a:lnTo>
                  <a:lnTo>
                    <a:pt x="1203960" y="470027"/>
                  </a:lnTo>
                  <a:lnTo>
                    <a:pt x="1191793" y="425780"/>
                  </a:lnTo>
                  <a:lnTo>
                    <a:pt x="1176451" y="382943"/>
                  </a:lnTo>
                  <a:lnTo>
                    <a:pt x="1167422" y="362673"/>
                  </a:lnTo>
                  <a:lnTo>
                    <a:pt x="1167422" y="610019"/>
                  </a:lnTo>
                  <a:lnTo>
                    <a:pt x="1165377" y="658114"/>
                  </a:lnTo>
                  <a:lnTo>
                    <a:pt x="1159357" y="705065"/>
                  </a:lnTo>
                  <a:lnTo>
                    <a:pt x="1149515" y="750709"/>
                  </a:lnTo>
                  <a:lnTo>
                    <a:pt x="1136027" y="794893"/>
                  </a:lnTo>
                  <a:lnTo>
                    <a:pt x="1119060" y="837425"/>
                  </a:lnTo>
                  <a:lnTo>
                    <a:pt x="1098829" y="878052"/>
                  </a:lnTo>
                  <a:lnTo>
                    <a:pt x="1075359" y="916927"/>
                  </a:lnTo>
                  <a:lnTo>
                    <a:pt x="1048956" y="953554"/>
                  </a:lnTo>
                  <a:lnTo>
                    <a:pt x="1019746" y="987869"/>
                  </a:lnTo>
                  <a:lnTo>
                    <a:pt x="987894" y="1019708"/>
                  </a:lnTo>
                  <a:lnTo>
                    <a:pt x="953566" y="1048905"/>
                  </a:lnTo>
                  <a:lnTo>
                    <a:pt x="916940" y="1075296"/>
                  </a:lnTo>
                  <a:lnTo>
                    <a:pt x="878166" y="1098715"/>
                  </a:lnTo>
                  <a:lnTo>
                    <a:pt x="837412" y="1118984"/>
                  </a:lnTo>
                  <a:lnTo>
                    <a:pt x="794867" y="1135951"/>
                  </a:lnTo>
                  <a:lnTo>
                    <a:pt x="750671" y="1149438"/>
                  </a:lnTo>
                  <a:lnTo>
                    <a:pt x="705002" y="1159268"/>
                  </a:lnTo>
                  <a:lnTo>
                    <a:pt x="658037" y="1165301"/>
                  </a:lnTo>
                  <a:lnTo>
                    <a:pt x="609942" y="1167345"/>
                  </a:lnTo>
                  <a:lnTo>
                    <a:pt x="561835" y="1165301"/>
                  </a:lnTo>
                  <a:lnTo>
                    <a:pt x="514870" y="1159268"/>
                  </a:lnTo>
                  <a:lnTo>
                    <a:pt x="469214" y="1149438"/>
                  </a:lnTo>
                  <a:lnTo>
                    <a:pt x="425018" y="1135951"/>
                  </a:lnTo>
                  <a:lnTo>
                    <a:pt x="382460" y="1118984"/>
                  </a:lnTo>
                  <a:lnTo>
                    <a:pt x="341718" y="1098715"/>
                  </a:lnTo>
                  <a:lnTo>
                    <a:pt x="302945" y="1075296"/>
                  </a:lnTo>
                  <a:lnTo>
                    <a:pt x="266306" y="1048905"/>
                  </a:lnTo>
                  <a:lnTo>
                    <a:pt x="231978" y="1019708"/>
                  </a:lnTo>
                  <a:lnTo>
                    <a:pt x="200126" y="987869"/>
                  </a:lnTo>
                  <a:lnTo>
                    <a:pt x="170916" y="953554"/>
                  </a:lnTo>
                  <a:lnTo>
                    <a:pt x="144526" y="916927"/>
                  </a:lnTo>
                  <a:lnTo>
                    <a:pt x="121043" y="878052"/>
                  </a:lnTo>
                  <a:lnTo>
                    <a:pt x="100825" y="837425"/>
                  </a:lnTo>
                  <a:lnTo>
                    <a:pt x="83858" y="794893"/>
                  </a:lnTo>
                  <a:lnTo>
                    <a:pt x="70370" y="750709"/>
                  </a:lnTo>
                  <a:lnTo>
                    <a:pt x="60528" y="705065"/>
                  </a:lnTo>
                  <a:lnTo>
                    <a:pt x="54495" y="658114"/>
                  </a:lnTo>
                  <a:lnTo>
                    <a:pt x="52451" y="610019"/>
                  </a:lnTo>
                  <a:lnTo>
                    <a:pt x="52463" y="609854"/>
                  </a:lnTo>
                  <a:lnTo>
                    <a:pt x="54495" y="561936"/>
                  </a:lnTo>
                  <a:lnTo>
                    <a:pt x="60528" y="514985"/>
                  </a:lnTo>
                  <a:lnTo>
                    <a:pt x="70370" y="469341"/>
                  </a:lnTo>
                  <a:lnTo>
                    <a:pt x="83858" y="425157"/>
                  </a:lnTo>
                  <a:lnTo>
                    <a:pt x="100825" y="382612"/>
                  </a:lnTo>
                  <a:lnTo>
                    <a:pt x="121094" y="341884"/>
                  </a:lnTo>
                  <a:lnTo>
                    <a:pt x="144526" y="303123"/>
                  </a:lnTo>
                  <a:lnTo>
                    <a:pt x="170916" y="266496"/>
                  </a:lnTo>
                  <a:lnTo>
                    <a:pt x="200126" y="232181"/>
                  </a:lnTo>
                  <a:lnTo>
                    <a:pt x="231978" y="200342"/>
                  </a:lnTo>
                  <a:lnTo>
                    <a:pt x="266306" y="171132"/>
                  </a:lnTo>
                  <a:lnTo>
                    <a:pt x="302945" y="144741"/>
                  </a:lnTo>
                  <a:lnTo>
                    <a:pt x="341718" y="121323"/>
                  </a:lnTo>
                  <a:lnTo>
                    <a:pt x="382460" y="101053"/>
                  </a:lnTo>
                  <a:lnTo>
                    <a:pt x="425018" y="84099"/>
                  </a:lnTo>
                  <a:lnTo>
                    <a:pt x="469214" y="70612"/>
                  </a:lnTo>
                  <a:lnTo>
                    <a:pt x="514870" y="60769"/>
                  </a:lnTo>
                  <a:lnTo>
                    <a:pt x="561835" y="54749"/>
                  </a:lnTo>
                  <a:lnTo>
                    <a:pt x="609942" y="52705"/>
                  </a:lnTo>
                  <a:lnTo>
                    <a:pt x="658037" y="54749"/>
                  </a:lnTo>
                  <a:lnTo>
                    <a:pt x="705002" y="60769"/>
                  </a:lnTo>
                  <a:lnTo>
                    <a:pt x="750671" y="70612"/>
                  </a:lnTo>
                  <a:lnTo>
                    <a:pt x="794867" y="84099"/>
                  </a:lnTo>
                  <a:lnTo>
                    <a:pt x="837412" y="101053"/>
                  </a:lnTo>
                  <a:lnTo>
                    <a:pt x="878166" y="121323"/>
                  </a:lnTo>
                  <a:lnTo>
                    <a:pt x="916940" y="144741"/>
                  </a:lnTo>
                  <a:lnTo>
                    <a:pt x="953566" y="171132"/>
                  </a:lnTo>
                  <a:lnTo>
                    <a:pt x="987894" y="200342"/>
                  </a:lnTo>
                  <a:lnTo>
                    <a:pt x="1019746" y="232181"/>
                  </a:lnTo>
                  <a:lnTo>
                    <a:pt x="1048956" y="266496"/>
                  </a:lnTo>
                  <a:lnTo>
                    <a:pt x="1075359" y="303123"/>
                  </a:lnTo>
                  <a:lnTo>
                    <a:pt x="1098778" y="341884"/>
                  </a:lnTo>
                  <a:lnTo>
                    <a:pt x="1119060" y="382612"/>
                  </a:lnTo>
                  <a:lnTo>
                    <a:pt x="1136027" y="425157"/>
                  </a:lnTo>
                  <a:lnTo>
                    <a:pt x="1149515" y="469341"/>
                  </a:lnTo>
                  <a:lnTo>
                    <a:pt x="1159357" y="514985"/>
                  </a:lnTo>
                  <a:lnTo>
                    <a:pt x="1159421" y="515543"/>
                  </a:lnTo>
                  <a:lnTo>
                    <a:pt x="1165377" y="561936"/>
                  </a:lnTo>
                  <a:lnTo>
                    <a:pt x="1165390" y="562190"/>
                  </a:lnTo>
                  <a:lnTo>
                    <a:pt x="1167422" y="610019"/>
                  </a:lnTo>
                  <a:lnTo>
                    <a:pt x="1167422" y="362673"/>
                  </a:lnTo>
                  <a:lnTo>
                    <a:pt x="1136777" y="302056"/>
                  </a:lnTo>
                  <a:lnTo>
                    <a:pt x="1112735" y="264261"/>
                  </a:lnTo>
                  <a:lnTo>
                    <a:pt x="1086053" y="228422"/>
                  </a:lnTo>
                  <a:lnTo>
                    <a:pt x="1056881" y="194678"/>
                  </a:lnTo>
                  <a:lnTo>
                    <a:pt x="1025334" y="163144"/>
                  </a:lnTo>
                  <a:lnTo>
                    <a:pt x="991577" y="133985"/>
                  </a:lnTo>
                  <a:lnTo>
                    <a:pt x="955738" y="107315"/>
                  </a:lnTo>
                  <a:lnTo>
                    <a:pt x="917930" y="83261"/>
                  </a:lnTo>
                  <a:lnTo>
                    <a:pt x="878319" y="61988"/>
                  </a:lnTo>
                  <a:lnTo>
                    <a:pt x="857440" y="52705"/>
                  </a:lnTo>
                  <a:lnTo>
                    <a:pt x="837018" y="43611"/>
                  </a:lnTo>
                  <a:lnTo>
                    <a:pt x="794169" y="28282"/>
                  </a:lnTo>
                  <a:lnTo>
                    <a:pt x="749909" y="16116"/>
                  </a:lnTo>
                  <a:lnTo>
                    <a:pt x="704380" y="7251"/>
                  </a:lnTo>
                  <a:lnTo>
                    <a:pt x="657707" y="1841"/>
                  </a:lnTo>
                  <a:lnTo>
                    <a:pt x="610031" y="0"/>
                  </a:lnTo>
                  <a:lnTo>
                    <a:pt x="562368" y="1841"/>
                  </a:lnTo>
                  <a:lnTo>
                    <a:pt x="515696" y="7251"/>
                  </a:lnTo>
                  <a:lnTo>
                    <a:pt x="470166" y="16116"/>
                  </a:lnTo>
                  <a:lnTo>
                    <a:pt x="425907" y="28282"/>
                  </a:lnTo>
                  <a:lnTo>
                    <a:pt x="383057" y="43611"/>
                  </a:lnTo>
                  <a:lnTo>
                    <a:pt x="341757" y="61988"/>
                  </a:lnTo>
                  <a:lnTo>
                    <a:pt x="302145" y="83261"/>
                  </a:lnTo>
                  <a:lnTo>
                    <a:pt x="264337" y="107315"/>
                  </a:lnTo>
                  <a:lnTo>
                    <a:pt x="228498" y="133985"/>
                  </a:lnTo>
                  <a:lnTo>
                    <a:pt x="194729" y="163144"/>
                  </a:lnTo>
                  <a:lnTo>
                    <a:pt x="163195" y="194678"/>
                  </a:lnTo>
                  <a:lnTo>
                    <a:pt x="134023" y="228422"/>
                  </a:lnTo>
                  <a:lnTo>
                    <a:pt x="107340" y="264261"/>
                  </a:lnTo>
                  <a:lnTo>
                    <a:pt x="83286" y="302056"/>
                  </a:lnTo>
                  <a:lnTo>
                    <a:pt x="62014" y="341655"/>
                  </a:lnTo>
                  <a:lnTo>
                    <a:pt x="61912" y="341884"/>
                  </a:lnTo>
                  <a:lnTo>
                    <a:pt x="43624" y="382943"/>
                  </a:lnTo>
                  <a:lnTo>
                    <a:pt x="28282" y="425780"/>
                  </a:lnTo>
                  <a:lnTo>
                    <a:pt x="16116" y="470027"/>
                  </a:lnTo>
                  <a:lnTo>
                    <a:pt x="7251" y="515543"/>
                  </a:lnTo>
                  <a:lnTo>
                    <a:pt x="1841" y="562190"/>
                  </a:lnTo>
                  <a:lnTo>
                    <a:pt x="0" y="609854"/>
                  </a:lnTo>
                  <a:lnTo>
                    <a:pt x="12" y="610019"/>
                  </a:lnTo>
                  <a:lnTo>
                    <a:pt x="1841" y="657517"/>
                  </a:lnTo>
                  <a:lnTo>
                    <a:pt x="7251" y="704176"/>
                  </a:lnTo>
                  <a:lnTo>
                    <a:pt x="16116" y="749693"/>
                  </a:lnTo>
                  <a:lnTo>
                    <a:pt x="28282" y="793927"/>
                  </a:lnTo>
                  <a:lnTo>
                    <a:pt x="43624" y="836764"/>
                  </a:lnTo>
                  <a:lnTo>
                    <a:pt x="62014" y="878052"/>
                  </a:lnTo>
                  <a:lnTo>
                    <a:pt x="83286" y="917663"/>
                  </a:lnTo>
                  <a:lnTo>
                    <a:pt x="107340" y="955446"/>
                  </a:lnTo>
                  <a:lnTo>
                    <a:pt x="134023" y="991285"/>
                  </a:lnTo>
                  <a:lnTo>
                    <a:pt x="163195" y="1025042"/>
                  </a:lnTo>
                  <a:lnTo>
                    <a:pt x="194729" y="1056563"/>
                  </a:lnTo>
                  <a:lnTo>
                    <a:pt x="228498" y="1085735"/>
                  </a:lnTo>
                  <a:lnTo>
                    <a:pt x="264337" y="1112405"/>
                  </a:lnTo>
                  <a:lnTo>
                    <a:pt x="302145" y="1136446"/>
                  </a:lnTo>
                  <a:lnTo>
                    <a:pt x="341757" y="1157719"/>
                  </a:lnTo>
                  <a:lnTo>
                    <a:pt x="383057" y="1176096"/>
                  </a:lnTo>
                  <a:lnTo>
                    <a:pt x="425907" y="1191437"/>
                  </a:lnTo>
                  <a:lnTo>
                    <a:pt x="470166" y="1203604"/>
                  </a:lnTo>
                  <a:lnTo>
                    <a:pt x="515696" y="1212456"/>
                  </a:lnTo>
                  <a:lnTo>
                    <a:pt x="562368" y="1217866"/>
                  </a:lnTo>
                  <a:lnTo>
                    <a:pt x="610031" y="1219708"/>
                  </a:lnTo>
                  <a:lnTo>
                    <a:pt x="657707" y="1217866"/>
                  </a:lnTo>
                  <a:lnTo>
                    <a:pt x="704380" y="1212456"/>
                  </a:lnTo>
                  <a:lnTo>
                    <a:pt x="749909" y="1203604"/>
                  </a:lnTo>
                  <a:lnTo>
                    <a:pt x="794169" y="1191437"/>
                  </a:lnTo>
                  <a:lnTo>
                    <a:pt x="837018" y="1176096"/>
                  </a:lnTo>
                  <a:lnTo>
                    <a:pt x="878319" y="1157719"/>
                  </a:lnTo>
                  <a:lnTo>
                    <a:pt x="917930" y="1136446"/>
                  </a:lnTo>
                  <a:lnTo>
                    <a:pt x="955738" y="1112405"/>
                  </a:lnTo>
                  <a:lnTo>
                    <a:pt x="991577" y="1085735"/>
                  </a:lnTo>
                  <a:lnTo>
                    <a:pt x="1025334" y="1056563"/>
                  </a:lnTo>
                  <a:lnTo>
                    <a:pt x="1056881" y="1025042"/>
                  </a:lnTo>
                  <a:lnTo>
                    <a:pt x="1086053" y="991285"/>
                  </a:lnTo>
                  <a:lnTo>
                    <a:pt x="1112735" y="955446"/>
                  </a:lnTo>
                  <a:lnTo>
                    <a:pt x="1136777" y="917663"/>
                  </a:lnTo>
                  <a:lnTo>
                    <a:pt x="1158062" y="878052"/>
                  </a:lnTo>
                  <a:lnTo>
                    <a:pt x="1176451" y="836764"/>
                  </a:lnTo>
                  <a:lnTo>
                    <a:pt x="1191793" y="793927"/>
                  </a:lnTo>
                  <a:lnTo>
                    <a:pt x="1203960" y="749693"/>
                  </a:lnTo>
                  <a:lnTo>
                    <a:pt x="1212811" y="704176"/>
                  </a:lnTo>
                  <a:lnTo>
                    <a:pt x="1218234" y="657517"/>
                  </a:lnTo>
                  <a:lnTo>
                    <a:pt x="1220063" y="609854"/>
                  </a:lnTo>
                  <a:close/>
                </a:path>
              </a:pathLst>
            </a:custGeom>
            <a:solidFill>
              <a:srgbClr val="CC0000">
                <a:alpha val="69999"/>
              </a:srgbClr>
            </a:solidFill>
            <a:ln>
              <a:headEnd type="none"/>
              <a:tailEnd type="none"/>
            </a:ln>
          </p:spPr>
          <p:txBody>
            <a:bodyPr wrap="square" lIns="0" tIns="0" rIns="0" bIns="0"/>
            <a:lstStyle/>
            <a:p>
              <a:endParaRPr sz="1715" dirty="0"/>
            </a:p>
          </p:txBody>
        </p:sp>
        <p:pic>
          <p:nvPicPr>
            <p:cNvPr id="9" name="object 12"/>
            <p:cNvPicPr>
              <a:picLocks noChangeAspect="1"/>
            </p:cNvPicPr>
            <p:nvPr/>
          </p:nvPicPr>
          <p:blipFill>
            <a:blip r:embed="rId3">
              <a:lum/>
            </a:blip>
            <a:srcRect/>
            <a:stretch>
              <a:fillRect/>
            </a:stretch>
          </p:blipFill>
          <p:spPr bwMode="white">
            <a:xfrm>
              <a:off x="5960548" y="4795102"/>
              <a:ext cx="158897" cy="15884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pic>
          <p:nvPicPr>
            <p:cNvPr id="10" name="object 13"/>
            <p:cNvPicPr>
              <a:picLocks noChangeAspect="1"/>
            </p:cNvPicPr>
            <p:nvPr/>
          </p:nvPicPr>
          <p:blipFill>
            <a:blip r:embed="rId4">
              <a:lum/>
            </a:blip>
            <a:srcRect/>
            <a:stretch>
              <a:fillRect/>
            </a:stretch>
          </p:blipFill>
          <p:spPr bwMode="white">
            <a:xfrm>
              <a:off x="5536346" y="4795394"/>
              <a:ext cx="158201" cy="158146"/>
            </a:xfrm>
            <a:prstGeom prst="rect">
              <a:avLst/>
            </a:prstGeom>
            <a:ln>
              <a:headEnd type="none"/>
              <a:tailEnd type="none"/>
            </a:ln>
          </p:spPr>
        </p:pic>
      </p:grpSp>
      <p:pic>
        <p:nvPicPr>
          <p:cNvPr id="11" name="object 14"/>
          <p:cNvPicPr>
            <a:picLocks noChangeAspect="1"/>
          </p:cNvPicPr>
          <p:nvPr/>
        </p:nvPicPr>
        <p:blipFill>
          <a:blip r:embed="rId5">
            <a:lum/>
          </a:blip>
          <a:srcRect/>
          <a:stretch>
            <a:fillRect/>
          </a:stretch>
        </p:blipFill>
        <p:spPr bwMode="white">
          <a:xfrm>
            <a:off x="7971820" y="5742391"/>
            <a:ext cx="1691070" cy="798024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" name="object 21"/>
          <p:cNvSpPr txBox="1">
            <a:spLocks noChangeArrowheads="1"/>
          </p:cNvSpPr>
          <p:nvPr/>
        </p:nvSpPr>
        <p:spPr bwMode="white">
          <a:xfrm>
            <a:off x="4112654" y="2930050"/>
            <a:ext cx="3437498" cy="1928221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0" tIns="7621" rIns="0" bIns="0">
            <a:spAutoFit/>
          </a:bodyPr>
          <a:lstStyle/>
          <a:p>
            <a:pPr marL="7621">
              <a:spcBef>
                <a:spcPts val="60"/>
              </a:spcBef>
            </a:pPr>
            <a:r>
              <a:rPr sz="6240" b="1" spc="-171" dirty="0">
                <a:latin typeface="Times New Roman"/>
                <a:cs typeface="Times New Roman"/>
              </a:rPr>
              <a:t>Thank</a:t>
            </a:r>
            <a:r>
              <a:rPr sz="6240" b="1" spc="-3" dirty="0">
                <a:latin typeface="Times New Roman"/>
                <a:cs typeface="Times New Roman"/>
              </a:rPr>
              <a:t> </a:t>
            </a:r>
            <a:r>
              <a:rPr sz="6240" b="1" spc="-735" dirty="0">
                <a:latin typeface="Times New Roman"/>
                <a:cs typeface="Times New Roman"/>
              </a:rPr>
              <a:t>Y</a:t>
            </a:r>
            <a:r>
              <a:rPr sz="6240" b="1" spc="-219" dirty="0">
                <a:latin typeface="Times New Roman"/>
                <a:cs typeface="Times New Roman"/>
              </a:rPr>
              <a:t>o</a:t>
            </a:r>
            <a:r>
              <a:rPr sz="6240" b="1" spc="-216" dirty="0">
                <a:latin typeface="Times New Roman"/>
                <a:cs typeface="Times New Roman"/>
              </a:rPr>
              <a:t>u</a:t>
            </a:r>
            <a:r>
              <a:rPr sz="6240" b="1" spc="-216" dirty="0">
                <a:solidFill>
                  <a:srgbClr val="CC0000"/>
                </a:solidFill>
                <a:latin typeface="Times New Roman"/>
                <a:cs typeface="Times New Roman"/>
              </a:rPr>
              <a:t>!</a:t>
            </a:r>
            <a:endParaRPr sz="6240" dirty="0">
              <a:latin typeface="Times New Roman"/>
              <a:cs typeface="Times New Roman"/>
            </a:endParaRPr>
          </a:p>
        </p:txBody>
      </p:sp>
      <p:sp>
        <p:nvSpPr>
          <p:cNvPr id="13" name="object 23"/>
          <p:cNvSpPr txBox="1">
            <a:spLocks noChangeArrowheads="1"/>
          </p:cNvSpPr>
          <p:nvPr/>
        </p:nvSpPr>
        <p:spPr bwMode="white">
          <a:xfrm>
            <a:off x="1429605" y="868397"/>
            <a:ext cx="3648784" cy="1169167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0" tIns="7240" rIns="0" bIns="0">
            <a:spAutoFit/>
          </a:bodyPr>
          <a:lstStyle>
            <a:lvl1pPr>
              <a:defRPr dirty="0">
                <a:latin typeface="+mj-lt"/>
                <a:ea typeface="+mj-ea"/>
                <a:cs typeface="+mj-cs"/>
              </a:defRPr>
            </a:lvl1pPr>
          </a:lstStyle>
          <a:p>
            <a:pPr marL="7621" marR="3048">
              <a:lnSpc>
                <a:spcPts val="2250"/>
              </a:lnSpc>
              <a:spcBef>
                <a:spcPts val="57"/>
              </a:spcBef>
            </a:pPr>
            <a:r>
              <a:rPr lang="en-US" dirty="0"/>
              <a:t>Our team is dedicated to providing the best A swift response will help us ensure timely campaign execution.</a:t>
            </a:r>
          </a:p>
          <a:p>
            <a:pPr marL="7621"/>
            <a:r>
              <a:rPr lang="en-US" dirty="0"/>
              <a:t>Awaiting Your Approval...</a:t>
            </a:r>
          </a:p>
        </p:txBody>
      </p:sp>
      <p:sp>
        <p:nvSpPr>
          <p:cNvPr id="14" name="object 22"/>
          <p:cNvSpPr txBox="1">
            <a:spLocks noChangeArrowheads="1"/>
          </p:cNvSpPr>
          <p:nvPr/>
        </p:nvSpPr>
        <p:spPr bwMode="white">
          <a:xfrm>
            <a:off x="1454125" y="5551210"/>
            <a:ext cx="2145399" cy="767529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0" tIns="80402" rIns="0" bIns="0">
            <a:spAutoFit/>
          </a:bodyPr>
          <a:lstStyle/>
          <a:p>
            <a:pPr marL="29720">
              <a:spcBef>
                <a:spcPts val="633"/>
              </a:spcBef>
            </a:pPr>
            <a:r>
              <a:rPr sz="1320" b="1" spc="-12" dirty="0">
                <a:uFill>
                  <a:solidFill>
                    <a:srgbClr val="000000"/>
                  </a:solidFill>
                </a:uFill>
                <a:latin typeface="Tahoma"/>
                <a:ea typeface="Tahoma"/>
                <a:cs typeface="Tahoma"/>
              </a:rPr>
              <a:t>With</a:t>
            </a:r>
            <a:r>
              <a:rPr sz="1320" b="1" spc="-69" dirty="0">
                <a:uFill>
                  <a:solidFill>
                    <a:srgbClr val="000000"/>
                  </a:solidFill>
                </a:uFill>
                <a:latin typeface="Tahoma"/>
                <a:ea typeface="Tahoma"/>
                <a:cs typeface="Tahoma"/>
              </a:rPr>
              <a:t> </a:t>
            </a:r>
            <a:r>
              <a:rPr sz="1320" b="1" spc="-6" dirty="0">
                <a:uFill>
                  <a:solidFill>
                    <a:srgbClr val="000000"/>
                  </a:solidFill>
                </a:uFill>
                <a:latin typeface="Tahoma"/>
                <a:ea typeface="Tahoma"/>
                <a:cs typeface="Tahoma"/>
              </a:rPr>
              <a:t>Re</a:t>
            </a:r>
            <a:r>
              <a:rPr sz="1320" b="1" spc="-6" dirty="0">
                <a:latin typeface="Tahoma"/>
                <a:ea typeface="Tahoma"/>
                <a:cs typeface="Tahoma"/>
              </a:rPr>
              <a:t>g</a:t>
            </a:r>
            <a:r>
              <a:rPr sz="1320" b="1" spc="-6" dirty="0">
                <a:uFill>
                  <a:solidFill>
                    <a:srgbClr val="000000"/>
                  </a:solidFill>
                </a:uFill>
                <a:latin typeface="Tahoma"/>
                <a:ea typeface="Tahoma"/>
                <a:cs typeface="Tahoma"/>
              </a:rPr>
              <a:t>ards</a:t>
            </a:r>
            <a:r>
              <a:rPr sz="1320" b="1" spc="330" dirty="0">
                <a:uFill>
                  <a:solidFill>
                    <a:srgbClr val="000000"/>
                  </a:solidFill>
                </a:uFill>
                <a:latin typeface="Tahoma"/>
                <a:ea typeface="Tahoma"/>
                <a:cs typeface="Tahoma"/>
              </a:rPr>
              <a:t> </a:t>
            </a:r>
            <a:endParaRPr sz="1320" b="1" dirty="0">
              <a:latin typeface="Tahoma"/>
              <a:ea typeface="Tahoma"/>
              <a:cs typeface="Tahoma"/>
            </a:endParaRPr>
          </a:p>
          <a:p>
            <a:pPr marL="7621">
              <a:spcBef>
                <a:spcPts val="573"/>
              </a:spcBef>
            </a:pPr>
            <a:r>
              <a:rPr sz="1320" b="1" spc="-51" dirty="0">
                <a:latin typeface="Tahoma"/>
                <a:ea typeface="Tahoma"/>
                <a:cs typeface="Tahoma"/>
              </a:rPr>
              <a:t>Adinn</a:t>
            </a:r>
            <a:r>
              <a:rPr sz="1320" b="1" spc="-33" dirty="0">
                <a:latin typeface="Tahoma"/>
                <a:ea typeface="Tahoma"/>
                <a:cs typeface="Tahoma"/>
              </a:rPr>
              <a:t> </a:t>
            </a:r>
            <a:r>
              <a:rPr sz="1320" b="1" spc="-24" dirty="0">
                <a:latin typeface="Tahoma"/>
                <a:ea typeface="Tahoma"/>
                <a:cs typeface="Tahoma"/>
              </a:rPr>
              <a:t>Outdoor</a:t>
            </a:r>
            <a:r>
              <a:rPr sz="1320" b="1" spc="-36" dirty="0">
                <a:latin typeface="Tahoma"/>
                <a:ea typeface="Tahoma"/>
                <a:cs typeface="Tahoma"/>
              </a:rPr>
              <a:t> </a:t>
            </a:r>
            <a:r>
              <a:rPr sz="1320" b="1" spc="-6" dirty="0">
                <a:latin typeface="Tahoma"/>
                <a:ea typeface="Tahoma"/>
                <a:cs typeface="Tahoma"/>
              </a:rPr>
              <a:t>Advertising</a:t>
            </a:r>
            <a:endParaRPr sz="1320" b="1" dirty="0"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06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/>
        </a:gradFill>
      </a:fillStyleLst>
      <a:lnStyleLst>
        <a:ln w="9525" cap="flat">
          <a:solidFill>
            <a:schemeClr val="phClr">
              <a:shade val="95000"/>
              <a:satMod val="105000"/>
            </a:schemeClr>
          </a:solidFill>
          <a:prstDash val="solid"/>
          <a:headEnd type="none"/>
          <a:tailEnd type="none"/>
        </a:ln>
        <a:ln w="25400" cap="flat">
          <a:solidFill>
            <a:schemeClr val="phClr"/>
          </a:solidFill>
          <a:prstDash val="solid"/>
          <a:headEnd type="none"/>
          <a:tailEnd type="none"/>
        </a:ln>
        <a:ln w="38100" cap="flat">
          <a:solidFill>
            <a:schemeClr val="phClr"/>
          </a:solidFill>
          <a:prstDash val="solid"/>
          <a:headEnd type="none"/>
          <a:tailEnd type="none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/>
        </a:gradFill>
      </a:fillStyleLst>
      <a:lnStyleLst>
        <a:ln w="9525" cap="flat">
          <a:solidFill>
            <a:schemeClr val="phClr">
              <a:shade val="95000"/>
              <a:satMod val="105000"/>
            </a:schemeClr>
          </a:solidFill>
          <a:prstDash val="solid"/>
          <a:headEnd type="none"/>
          <a:tailEnd type="none"/>
        </a:ln>
        <a:ln w="25400" cap="flat">
          <a:solidFill>
            <a:schemeClr val="phClr"/>
          </a:solidFill>
          <a:prstDash val="solid"/>
          <a:headEnd type="none"/>
          <a:tailEnd type="none"/>
        </a:ln>
        <a:ln w="38100" cap="flat">
          <a:solidFill>
            <a:schemeClr val="phClr"/>
          </a:solidFill>
          <a:prstDash val="solid"/>
          <a:headEnd type="none"/>
          <a:tailEnd type="none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Pages>0</Pages>
  <Words>107</Words>
  <Characters>0</Characters>
  <Application>Microsoft Office PowerPoint</Application>
  <PresentationFormat>Custom</PresentationFormat>
  <Lines>0</Lines>
  <Paragraphs>31</Paragraphs>
  <Slides>14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</vt:lpstr>
      <vt:lpstr>    OOH PROPOSAL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Chennai &amp; Bengaluru Plan</dc:title>
  <dc:creator>Kishore Kannan</dc:creator>
  <cp:keywords>DAHEXTXRQn4,BAHDuC2LtxA,0</cp:keywords>
  <cp:lastModifiedBy>User</cp:lastModifiedBy>
  <cp:revision>287</cp:revision>
  <dcterms:created xsi:type="dcterms:W3CDTF">2026-03-21T06:33:53Z</dcterms:created>
  <dcterms:modified xsi:type="dcterms:W3CDTF">2026-09-22T04:50:08Z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2026-03-19T00:00:00Z</vt:filetime>
  </property>
  <property fmtid="{D5CDD505-2E9C-101B-9397-08002B2CF9AE}" pid="3" name="Creator">
    <vt:lpwstr>Canva</vt:lpwstr>
  </property>
  <property fmtid="{D5CDD505-2E9C-101B-9397-08002B2CF9AE}" pid="4" name="LastSaved">
    <vt:filetime>2026-03-21T00:00:00Z</vt:filetime>
  </property>
  <property fmtid="{D5CDD505-2E9C-101B-9397-08002B2CF9AE}" pid="5" name="NXPowerLiteLastOptimized">
    <vt:lpwstr>3860198</vt:lpwstr>
  </property>
  <property fmtid="{D5CDD505-2E9C-101B-9397-08002B2CF9AE}" pid="6" name="NXPowerLiteSettings">
    <vt:lpwstr>F7000400038000</vt:lpwstr>
  </property>
  <property fmtid="{D5CDD505-2E9C-101B-9397-08002B2CF9AE}" pid="7" name="NXPowerLiteVersion">
    <vt:lpwstr>S11.0.1</vt:lpwstr>
  </property>
  <property fmtid="{D5CDD505-2E9C-101B-9397-08002B2CF9AE}" pid="8" name="Producer">
    <vt:lpwstr>iLovePDF</vt:lpwstr>
  </property>
  <property fmtid="{D5CDD505-2E9C-101B-9397-08002B2CF9AE}" pid="9" name="containsAiGeneratedContent">
    <vt:lpwstr>Yes</vt:lpwstr>
  </property>
</Properties>
</file>