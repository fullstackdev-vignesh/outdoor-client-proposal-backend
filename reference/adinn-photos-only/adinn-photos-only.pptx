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Default Extension="png" ContentType="image/png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docProps/custom.xml" ContentType="application/vnd.openxmlformats-officedocument.custom-properties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595" r:id="rId2"/>
    <p:sldId id="596" r:id="rId3"/>
    <p:sldId id="597" r:id="rId4"/>
    <p:sldId id="598" r:id="rId5"/>
    <p:sldId id="600" r:id="rId6"/>
    <p:sldId id="601" r:id="rId7"/>
    <p:sldId id="602" r:id="rId8"/>
    <p:sldId id="603" r:id="rId9"/>
    <p:sldId id="604" r:id="rId10"/>
    <p:sldId id="605" r:id="rId11"/>
    <p:sldId id="606" r:id="rId12"/>
    <p:sldId id="607" r:id="rId13"/>
  </p:sldIdLst>
  <p:sldSz cx="10799763" cy="7199313"/>
  <p:notesSz cx="18288000" cy="10287000"/>
  <p:defaultTextStyle>
    <a:defPPr>
      <a:defRPr kern="0" dirty="0"/>
    </a:defPPr>
  </p:defaultTextStyle>
  <p:extLst>
    <p:ext uri="{521415D9-36F7-43E2-AB2F-B90AF26B5E84}"/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 xmlns="">
          <a:srgbClr val="FF0000"/>
        </p14:laserClr>
      </p:ext>
      <p:ext uri="{2FDB2607-1784-4EEB-B798-7EB5836EED8A}">
        <p14:showMediaCtrls xmlns:p14="http://schemas.microsoft.com/office/powerpoint/2010/main" xmlns="" val="1"/>
      </p:ext>
    </p:extLst>
  </p:showPr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>
      <p:cViewPr varScale="1">
        <p:scale>
          <a:sx n="65" d="100"/>
          <a:sy n="65" d="100"/>
        </p:scale>
        <p:origin x="-1200" y="-96"/>
      </p:cViewPr>
      <p:guideLst>
        <p:guide orient="horz" pos="2015"/>
        <p:guide pos="127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white">
          <a:xfrm>
            <a:off x="0" y="0"/>
            <a:ext cx="7924800" cy="514350"/>
          </a:xfrm>
          <a:prstGeom prst="rect">
            <a:avLst/>
          </a:prstGeom>
          <a:ln>
            <a:headEnd type="none"/>
            <a:tailEnd type="none"/>
          </a:ln>
        </p:spPr>
        <p:txBody>
          <a:bodyPr wrap="square" lIns="91440" tIns="45720" rIns="91440" bIns="45720"/>
          <a:lstStyle>
            <a:lvl1pPr algn="l">
              <a:defRPr sz="1200" dirty="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 bwMode="white">
          <a:xfrm>
            <a:off x="10358438" y="0"/>
            <a:ext cx="7924800" cy="514350"/>
          </a:xfrm>
          <a:prstGeom prst="rect">
            <a:avLst/>
          </a:prstGeom>
          <a:ln>
            <a:headEnd type="none"/>
            <a:tailEnd type="none"/>
          </a:ln>
        </p:spPr>
        <p:txBody>
          <a:bodyPr wrap="square" lIns="91440" tIns="45720" rIns="91440" bIns="45720"/>
          <a:lstStyle>
            <a:lvl1pPr algn="r">
              <a:defRPr sz="1200" dirty="0"/>
            </a:lvl1pPr>
          </a:lstStyle>
          <a:p>
            <a:fld id="{5FA3C81F-6E8A-4B36-B766-37AD8A963818}" type="datetimeFigureOut">
              <a:rPr lang="en-US" dirty="0"/>
              <a:pPr/>
              <a:t>9/8/2026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 bwMode="white">
          <a:xfrm>
            <a:off x="6249988" y="771525"/>
            <a:ext cx="5788025" cy="3857625"/>
          </a:xfrm>
          <a:prstGeom prst="rect">
            <a:avLst/>
          </a:prstGeom>
          <a:noFill/>
          <a:ln w="12700">
            <a:solidFill>
              <a:srgbClr val="000000"/>
            </a:solidFill>
            <a:headEnd type="none"/>
            <a:tailEnd type="none"/>
          </a:ln>
        </p:spPr>
        <p:txBody>
          <a:bodyPr wrap="square" lIns="91440" tIns="45720" rIns="91440" bIns="4572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 bwMode="white">
          <a:xfrm>
            <a:off x="1828800" y="4886325"/>
            <a:ext cx="14630400" cy="4629150"/>
          </a:xfrm>
          <a:prstGeom prst="rect">
            <a:avLst/>
          </a:prstGeom>
          <a:ln>
            <a:headEnd type="none"/>
            <a:tailEnd type="none"/>
          </a:ln>
        </p:spPr>
        <p:txBody>
          <a:bodyPr wrap="square" lIns="91440" tIns="45720" rIns="91440" bIns="45720">
            <a:normAutofit/>
          </a:bodyPr>
          <a:lstStyle/>
          <a:p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white">
          <a:xfrm>
            <a:off x="0" y="9771063"/>
            <a:ext cx="7924800" cy="514350"/>
          </a:xfrm>
          <a:prstGeom prst="rect">
            <a:avLst/>
          </a:prstGeom>
          <a:ln>
            <a:headEnd type="none"/>
            <a:tailEnd type="none"/>
          </a:ln>
        </p:spPr>
        <p:txBody>
          <a:bodyPr wrap="square" lIns="91440" tIns="45720" rIns="91440" bIns="45720" anchor="b"/>
          <a:lstStyle>
            <a:lvl1pPr algn="l">
              <a:defRPr sz="1200" dirty="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 bwMode="white">
          <a:xfrm>
            <a:off x="10358438" y="9771063"/>
            <a:ext cx="7924800" cy="514350"/>
          </a:xfrm>
          <a:prstGeom prst="rect">
            <a:avLst/>
          </a:prstGeom>
          <a:ln>
            <a:headEnd type="none"/>
            <a:tailEnd type="none"/>
          </a:ln>
        </p:spPr>
        <p:txBody>
          <a:bodyPr wrap="square" lIns="91440" tIns="45720" rIns="91440" bIns="45720" anchor="b"/>
          <a:lstStyle>
            <a:lvl1pPr algn="r">
              <a:defRPr sz="1200" dirty="0"/>
            </a:lvl1pPr>
          </a:lstStyle>
          <a:p>
            <a:fld id="{F0D4D64B-3ACD-40A3-976E-B47D64464E0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575897" rtl="0">
      <a:defRPr sz="756" kern="1200" dirty="0">
        <a:solidFill>
          <a:schemeClr val="dk1"/>
        </a:solidFill>
        <a:latin typeface="+mn-lt"/>
        <a:ea typeface="+mn-ea"/>
        <a:cs typeface="+mn-cs"/>
      </a:defRPr>
    </a:lvl1pPr>
    <a:lvl2pPr marL="287948" algn="l" defTabSz="575897" rtl="0">
      <a:defRPr sz="756" kern="1200" dirty="0">
        <a:solidFill>
          <a:schemeClr val="dk1"/>
        </a:solidFill>
        <a:latin typeface="+mn-lt"/>
        <a:ea typeface="+mn-ea"/>
        <a:cs typeface="+mn-cs"/>
      </a:defRPr>
    </a:lvl2pPr>
    <a:lvl3pPr marL="575897" algn="l" defTabSz="575897" rtl="0">
      <a:defRPr sz="756" kern="1200" dirty="0">
        <a:solidFill>
          <a:schemeClr val="dk1"/>
        </a:solidFill>
        <a:latin typeface="+mn-lt"/>
        <a:ea typeface="+mn-ea"/>
        <a:cs typeface="+mn-cs"/>
      </a:defRPr>
    </a:lvl3pPr>
    <a:lvl4pPr marL="863845" algn="l" defTabSz="575897" rtl="0">
      <a:defRPr sz="756" kern="1200" dirty="0">
        <a:solidFill>
          <a:schemeClr val="dk1"/>
        </a:solidFill>
        <a:latin typeface="+mn-lt"/>
        <a:ea typeface="+mn-ea"/>
        <a:cs typeface="+mn-cs"/>
      </a:defRPr>
    </a:lvl4pPr>
    <a:lvl5pPr marL="1151794" algn="l" defTabSz="575897" rtl="0">
      <a:defRPr sz="756" kern="1200" dirty="0">
        <a:solidFill>
          <a:schemeClr val="dk1"/>
        </a:solidFill>
        <a:latin typeface="+mn-lt"/>
        <a:ea typeface="+mn-ea"/>
        <a:cs typeface="+mn-cs"/>
      </a:defRPr>
    </a:lvl5pPr>
    <a:lvl6pPr marL="1439742" algn="l" defTabSz="575897" rtl="0">
      <a:defRPr sz="756" kern="1200" dirty="0">
        <a:solidFill>
          <a:schemeClr val="dk1"/>
        </a:solidFill>
        <a:latin typeface="+mn-lt"/>
        <a:ea typeface="+mn-ea"/>
        <a:cs typeface="+mn-cs"/>
      </a:defRPr>
    </a:lvl6pPr>
    <a:lvl7pPr marL="1727691" algn="l" defTabSz="575897" rtl="0">
      <a:defRPr sz="756" kern="1200" dirty="0">
        <a:solidFill>
          <a:schemeClr val="dk1"/>
        </a:solidFill>
        <a:latin typeface="+mn-lt"/>
        <a:ea typeface="+mn-ea"/>
        <a:cs typeface="+mn-cs"/>
      </a:defRPr>
    </a:lvl7pPr>
    <a:lvl8pPr marL="2015639" algn="l" defTabSz="575897" rtl="0">
      <a:defRPr sz="756" kern="1200" dirty="0">
        <a:solidFill>
          <a:schemeClr val="dk1"/>
        </a:solidFill>
        <a:latin typeface="+mn-lt"/>
        <a:ea typeface="+mn-ea"/>
        <a:cs typeface="+mn-cs"/>
      </a:defRPr>
    </a:lvl8pPr>
    <a:lvl9pPr marL="2303588" algn="l" defTabSz="575897" rtl="0">
      <a:defRPr sz="756" kern="1200" dirty="0">
        <a:solidFill>
          <a:schemeClr val="dk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82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6249988" y="771525"/>
            <a:ext cx="5788025" cy="3857625"/>
          </a:xfrm>
          <a:noFill/>
          <a:ln>
            <a:solidFill>
              <a:srgbClr val="000000"/>
            </a:solidFill>
            <a:miter/>
            <a:headEnd type="none"/>
            <a:tailEnd type="none"/>
          </a:ln>
        </p:spPr>
        <p:txBody>
          <a:bodyPr wrap="square"/>
          <a:lstStyle/>
          <a:p>
            <a:endParaRPr dirty="0"/>
          </a:p>
        </p:txBody>
      </p:sp>
      <p:sp>
        <p:nvSpPr>
          <p:cNvPr id="225283" name="Notes Placeholder 2"/>
          <p:cNvSpPr>
            <a:spLocks noGrp="1"/>
          </p:cNvSpPr>
          <p:nvPr>
            <p:ph type="body" idx="1"/>
          </p:nvPr>
        </p:nvSpPr>
        <p:spPr bwMode="auto">
          <a:xfrm>
            <a:off x="1828800" y="4886325"/>
            <a:ext cx="14630400" cy="4629150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 numCol="1" anchor="t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 altLang="en-US" dirty="0"/>
          </a:p>
        </p:txBody>
      </p:sp>
      <p:sp>
        <p:nvSpPr>
          <p:cNvPr id="225284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/>
            <a:headEnd type="none"/>
            <a:tailEnd type="none"/>
          </a:ln>
        </p:spPr>
        <p:txBody>
          <a:bodyPr wrap="square"/>
          <a:lstStyle/>
          <a:p>
            <a:fld id="{133D0C2D-C568-4B83-B014-AF09EDF823BF}" type="slidenum">
              <a:rPr lang="en-US" altLang="en-US" dirty="0"/>
              <a:pPr/>
              <a:t>1</a:t>
            </a:fld>
            <a:endParaRPr lang="en-US" alt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82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6249988" y="771525"/>
            <a:ext cx="5788025" cy="3857625"/>
          </a:xfrm>
          <a:noFill/>
          <a:ln>
            <a:solidFill>
              <a:srgbClr val="000000"/>
            </a:solidFill>
            <a:miter/>
            <a:headEnd type="none"/>
            <a:tailEnd type="none"/>
          </a:ln>
        </p:spPr>
        <p:txBody>
          <a:bodyPr wrap="square"/>
          <a:lstStyle/>
          <a:p>
            <a:endParaRPr dirty="0"/>
          </a:p>
        </p:txBody>
      </p:sp>
      <p:sp>
        <p:nvSpPr>
          <p:cNvPr id="225283" name="Notes Placeholder 2"/>
          <p:cNvSpPr>
            <a:spLocks noGrp="1"/>
          </p:cNvSpPr>
          <p:nvPr>
            <p:ph type="body" idx="1"/>
          </p:nvPr>
        </p:nvSpPr>
        <p:spPr bwMode="auto">
          <a:xfrm>
            <a:off x="1828800" y="4886325"/>
            <a:ext cx="14630400" cy="4629150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 numCol="1" anchor="t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 altLang="en-US" dirty="0"/>
          </a:p>
        </p:txBody>
      </p:sp>
      <p:sp>
        <p:nvSpPr>
          <p:cNvPr id="225284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/>
            <a:headEnd type="none"/>
            <a:tailEnd type="none"/>
          </a:ln>
        </p:spPr>
        <p:txBody>
          <a:bodyPr wrap="square"/>
          <a:lstStyle/>
          <a:p>
            <a:fld id="{133D0C2D-C568-4B83-B014-AF09EDF823BF}" type="slidenum">
              <a:rPr lang="en-US" altLang="en-US" dirty="0"/>
              <a:pPr/>
              <a:t>2</a:t>
            </a:fld>
            <a:endParaRPr lang="en-US" alt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82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6249988" y="771525"/>
            <a:ext cx="5788025" cy="3857625"/>
          </a:xfrm>
          <a:noFill/>
          <a:ln>
            <a:solidFill>
              <a:srgbClr val="000000"/>
            </a:solidFill>
            <a:miter/>
            <a:headEnd type="none"/>
            <a:tailEnd type="none"/>
          </a:ln>
        </p:spPr>
        <p:txBody>
          <a:bodyPr wrap="square"/>
          <a:lstStyle/>
          <a:p>
            <a:endParaRPr dirty="0"/>
          </a:p>
        </p:txBody>
      </p:sp>
      <p:sp>
        <p:nvSpPr>
          <p:cNvPr id="225283" name="Notes Placeholder 2"/>
          <p:cNvSpPr>
            <a:spLocks noGrp="1"/>
          </p:cNvSpPr>
          <p:nvPr>
            <p:ph type="body" idx="1"/>
          </p:nvPr>
        </p:nvSpPr>
        <p:spPr bwMode="auto">
          <a:xfrm>
            <a:off x="1828800" y="4886325"/>
            <a:ext cx="14630400" cy="4629150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 numCol="1" anchor="t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 altLang="en-US" dirty="0"/>
          </a:p>
        </p:txBody>
      </p:sp>
      <p:sp>
        <p:nvSpPr>
          <p:cNvPr id="225284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/>
            <a:headEnd type="none"/>
            <a:tailEnd type="none"/>
          </a:ln>
        </p:spPr>
        <p:txBody>
          <a:bodyPr wrap="square"/>
          <a:lstStyle/>
          <a:p>
            <a:fld id="{133D0C2D-C568-4B83-B014-AF09EDF823BF}" type="slidenum">
              <a:rPr lang="en-US" altLang="en-US" dirty="0"/>
              <a:pPr/>
              <a:t>3</a:t>
            </a:fld>
            <a:endParaRPr lang="en-US" alt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82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6249988" y="771525"/>
            <a:ext cx="5788025" cy="3857625"/>
          </a:xfrm>
          <a:noFill/>
          <a:ln>
            <a:solidFill>
              <a:srgbClr val="000000"/>
            </a:solidFill>
            <a:miter/>
            <a:headEnd type="none"/>
            <a:tailEnd type="none"/>
          </a:ln>
        </p:spPr>
        <p:txBody>
          <a:bodyPr wrap="square"/>
          <a:lstStyle/>
          <a:p>
            <a:endParaRPr dirty="0"/>
          </a:p>
        </p:txBody>
      </p:sp>
      <p:sp>
        <p:nvSpPr>
          <p:cNvPr id="225283" name="Notes Placeholder 2"/>
          <p:cNvSpPr>
            <a:spLocks noGrp="1"/>
          </p:cNvSpPr>
          <p:nvPr>
            <p:ph type="body" idx="1"/>
          </p:nvPr>
        </p:nvSpPr>
        <p:spPr bwMode="auto">
          <a:xfrm>
            <a:off x="1828800" y="4886325"/>
            <a:ext cx="14630400" cy="4629150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 numCol="1" anchor="t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 altLang="en-US" dirty="0"/>
          </a:p>
        </p:txBody>
      </p:sp>
      <p:sp>
        <p:nvSpPr>
          <p:cNvPr id="225284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/>
            <a:headEnd type="none"/>
            <a:tailEnd type="none"/>
          </a:ln>
        </p:spPr>
        <p:txBody>
          <a:bodyPr wrap="square"/>
          <a:lstStyle/>
          <a:p>
            <a:fld id="{133D0C2D-C568-4B83-B014-AF09EDF823BF}" type="slidenum">
              <a:rPr lang="en-US" altLang="en-US" dirty="0"/>
              <a:pPr/>
              <a:t>4</a:t>
            </a:fld>
            <a:endParaRPr lang="en-US" alt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82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6249988" y="771525"/>
            <a:ext cx="5788025" cy="3857625"/>
          </a:xfrm>
          <a:noFill/>
          <a:ln>
            <a:solidFill>
              <a:srgbClr val="000000"/>
            </a:solidFill>
            <a:miter/>
            <a:headEnd type="none"/>
            <a:tailEnd type="none"/>
          </a:ln>
        </p:spPr>
        <p:txBody>
          <a:bodyPr wrap="square"/>
          <a:lstStyle/>
          <a:p>
            <a:endParaRPr dirty="0"/>
          </a:p>
        </p:txBody>
      </p:sp>
      <p:sp>
        <p:nvSpPr>
          <p:cNvPr id="225283" name="Notes Placeholder 2"/>
          <p:cNvSpPr>
            <a:spLocks noGrp="1"/>
          </p:cNvSpPr>
          <p:nvPr>
            <p:ph type="body" idx="1"/>
          </p:nvPr>
        </p:nvSpPr>
        <p:spPr bwMode="auto">
          <a:xfrm>
            <a:off x="1828800" y="4886325"/>
            <a:ext cx="14630400" cy="4629150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 numCol="1" anchor="t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 altLang="en-US" dirty="0"/>
          </a:p>
        </p:txBody>
      </p:sp>
      <p:sp>
        <p:nvSpPr>
          <p:cNvPr id="225284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/>
            <a:headEnd type="none"/>
            <a:tailEnd type="none"/>
          </a:ln>
        </p:spPr>
        <p:txBody>
          <a:bodyPr wrap="square"/>
          <a:lstStyle/>
          <a:p>
            <a:fld id="{133D0C2D-C568-4B83-B014-AF09EDF823BF}" type="slidenum">
              <a:rPr lang="en-US" altLang="en-US" dirty="0"/>
              <a:pPr/>
              <a:t>5</a:t>
            </a:fld>
            <a:endParaRPr lang="en-US" altLang="en-US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82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6249988" y="771525"/>
            <a:ext cx="5788025" cy="3857625"/>
          </a:xfrm>
          <a:noFill/>
          <a:ln>
            <a:solidFill>
              <a:srgbClr val="000000"/>
            </a:solidFill>
            <a:miter/>
            <a:headEnd type="none"/>
            <a:tailEnd type="none"/>
          </a:ln>
        </p:spPr>
        <p:txBody>
          <a:bodyPr wrap="square"/>
          <a:lstStyle/>
          <a:p>
            <a:endParaRPr dirty="0"/>
          </a:p>
        </p:txBody>
      </p:sp>
      <p:sp>
        <p:nvSpPr>
          <p:cNvPr id="225283" name="Notes Placeholder 2"/>
          <p:cNvSpPr>
            <a:spLocks noGrp="1"/>
          </p:cNvSpPr>
          <p:nvPr>
            <p:ph type="body" idx="1"/>
          </p:nvPr>
        </p:nvSpPr>
        <p:spPr bwMode="auto">
          <a:xfrm>
            <a:off x="1828800" y="4886325"/>
            <a:ext cx="14630400" cy="4629150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 numCol="1" anchor="t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 altLang="en-US" dirty="0"/>
          </a:p>
        </p:txBody>
      </p:sp>
      <p:sp>
        <p:nvSpPr>
          <p:cNvPr id="225284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/>
            <a:headEnd type="none"/>
            <a:tailEnd type="none"/>
          </a:ln>
        </p:spPr>
        <p:txBody>
          <a:bodyPr wrap="square"/>
          <a:lstStyle/>
          <a:p>
            <a:fld id="{133D0C2D-C568-4B83-B014-AF09EDF823BF}" type="slidenum">
              <a:rPr lang="en-US" altLang="en-US" dirty="0"/>
              <a:pPr/>
              <a:t>6</a:t>
            </a:fld>
            <a:endParaRPr lang="en-US" altLang="en-US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82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6249988" y="771525"/>
            <a:ext cx="5788025" cy="3857625"/>
          </a:xfrm>
          <a:noFill/>
          <a:ln>
            <a:solidFill>
              <a:srgbClr val="000000"/>
            </a:solidFill>
            <a:miter/>
            <a:headEnd type="none"/>
            <a:tailEnd type="none"/>
          </a:ln>
        </p:spPr>
        <p:txBody>
          <a:bodyPr wrap="square"/>
          <a:lstStyle/>
          <a:p>
            <a:endParaRPr dirty="0"/>
          </a:p>
        </p:txBody>
      </p:sp>
      <p:sp>
        <p:nvSpPr>
          <p:cNvPr id="225283" name="Notes Placeholder 2"/>
          <p:cNvSpPr>
            <a:spLocks noGrp="1"/>
          </p:cNvSpPr>
          <p:nvPr>
            <p:ph type="body" idx="1"/>
          </p:nvPr>
        </p:nvSpPr>
        <p:spPr bwMode="auto">
          <a:xfrm>
            <a:off x="1828800" y="4886325"/>
            <a:ext cx="14630400" cy="4629150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 numCol="1" anchor="t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 altLang="en-US" dirty="0"/>
          </a:p>
        </p:txBody>
      </p:sp>
      <p:sp>
        <p:nvSpPr>
          <p:cNvPr id="225284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/>
            <a:headEnd type="none"/>
            <a:tailEnd type="none"/>
          </a:ln>
        </p:spPr>
        <p:txBody>
          <a:bodyPr wrap="square"/>
          <a:lstStyle/>
          <a:p>
            <a:fld id="{133D0C2D-C568-4B83-B014-AF09EDF823BF}" type="slidenum">
              <a:rPr lang="en-US" altLang="en-US" dirty="0"/>
              <a:pPr/>
              <a:t>7</a:t>
            </a:fld>
            <a:endParaRPr lang="en-US" altLang="en-US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82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6249988" y="771525"/>
            <a:ext cx="5788025" cy="3857625"/>
          </a:xfrm>
          <a:noFill/>
          <a:ln>
            <a:solidFill>
              <a:srgbClr val="000000"/>
            </a:solidFill>
            <a:miter/>
            <a:headEnd type="none"/>
            <a:tailEnd type="none"/>
          </a:ln>
        </p:spPr>
        <p:txBody>
          <a:bodyPr wrap="square"/>
          <a:lstStyle/>
          <a:p>
            <a:endParaRPr dirty="0"/>
          </a:p>
        </p:txBody>
      </p:sp>
      <p:sp>
        <p:nvSpPr>
          <p:cNvPr id="225283" name="Notes Placeholder 2"/>
          <p:cNvSpPr>
            <a:spLocks noGrp="1"/>
          </p:cNvSpPr>
          <p:nvPr>
            <p:ph type="body" idx="1"/>
          </p:nvPr>
        </p:nvSpPr>
        <p:spPr bwMode="auto">
          <a:xfrm>
            <a:off x="1828800" y="4886325"/>
            <a:ext cx="14630400" cy="4629150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 numCol="1" anchor="t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 altLang="en-US" dirty="0"/>
          </a:p>
        </p:txBody>
      </p:sp>
      <p:sp>
        <p:nvSpPr>
          <p:cNvPr id="225284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/>
            <a:headEnd type="none"/>
            <a:tailEnd type="none"/>
          </a:ln>
        </p:spPr>
        <p:txBody>
          <a:bodyPr wrap="square"/>
          <a:lstStyle/>
          <a:p>
            <a:fld id="{133D0C2D-C568-4B83-B014-AF09EDF823BF}" type="slidenum">
              <a:rPr lang="en-US" altLang="en-US" dirty="0"/>
              <a:pPr/>
              <a:t>8</a:t>
            </a:fld>
            <a:endParaRPr lang="en-US" altLang="en-US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82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6249988" y="771525"/>
            <a:ext cx="5788025" cy="3857625"/>
          </a:xfrm>
          <a:noFill/>
          <a:ln>
            <a:solidFill>
              <a:srgbClr val="000000"/>
            </a:solidFill>
            <a:miter/>
            <a:headEnd type="none"/>
            <a:tailEnd type="none"/>
          </a:ln>
        </p:spPr>
        <p:txBody>
          <a:bodyPr wrap="square"/>
          <a:lstStyle/>
          <a:p>
            <a:endParaRPr dirty="0"/>
          </a:p>
        </p:txBody>
      </p:sp>
      <p:sp>
        <p:nvSpPr>
          <p:cNvPr id="225283" name="Notes Placeholder 2"/>
          <p:cNvSpPr>
            <a:spLocks noGrp="1"/>
          </p:cNvSpPr>
          <p:nvPr>
            <p:ph type="body" idx="1"/>
          </p:nvPr>
        </p:nvSpPr>
        <p:spPr bwMode="auto">
          <a:xfrm>
            <a:off x="1828800" y="4886325"/>
            <a:ext cx="14630400" cy="4629150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 numCol="1" anchor="t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 altLang="en-US" dirty="0"/>
          </a:p>
        </p:txBody>
      </p:sp>
      <p:sp>
        <p:nvSpPr>
          <p:cNvPr id="225284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/>
            <a:headEnd type="none"/>
            <a:tailEnd type="none"/>
          </a:ln>
        </p:spPr>
        <p:txBody>
          <a:bodyPr wrap="square"/>
          <a:lstStyle/>
          <a:p>
            <a:fld id="{133D0C2D-C568-4B83-B014-AF09EDF823BF}" type="slidenum">
              <a:rPr lang="en-US" altLang="en-US" dirty="0"/>
              <a:pPr/>
              <a:t>9</a:t>
            </a:fld>
            <a:endParaRPr lang="en-US" altLang="en-US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82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6249988" y="771525"/>
            <a:ext cx="5788025" cy="3857625"/>
          </a:xfrm>
          <a:noFill/>
          <a:ln>
            <a:solidFill>
              <a:srgbClr val="000000"/>
            </a:solidFill>
            <a:miter/>
            <a:headEnd type="none"/>
            <a:tailEnd type="none"/>
          </a:ln>
        </p:spPr>
        <p:txBody>
          <a:bodyPr wrap="square"/>
          <a:lstStyle/>
          <a:p>
            <a:endParaRPr dirty="0"/>
          </a:p>
        </p:txBody>
      </p:sp>
      <p:sp>
        <p:nvSpPr>
          <p:cNvPr id="225283" name="Notes Placeholder 2"/>
          <p:cNvSpPr>
            <a:spLocks noGrp="1"/>
          </p:cNvSpPr>
          <p:nvPr>
            <p:ph type="body" idx="1"/>
          </p:nvPr>
        </p:nvSpPr>
        <p:spPr bwMode="auto">
          <a:xfrm>
            <a:off x="1828800" y="4886325"/>
            <a:ext cx="14630400" cy="4629150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 numCol="1" anchor="t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 altLang="en-US" dirty="0"/>
          </a:p>
        </p:txBody>
      </p:sp>
      <p:sp>
        <p:nvSpPr>
          <p:cNvPr id="225284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/>
            <a:headEnd type="none"/>
            <a:tailEnd type="none"/>
          </a:ln>
        </p:spPr>
        <p:txBody>
          <a:bodyPr wrap="square"/>
          <a:lstStyle/>
          <a:p>
            <a:fld id="{133D0C2D-C568-4B83-B014-AF09EDF823BF}" type="slidenum">
              <a:rPr lang="en-US" altLang="en-US" dirty="0"/>
              <a:pPr/>
              <a:t>10</a:t>
            </a:fld>
            <a:endParaRPr lang="en-US" altLang="en-US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82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6249988" y="771525"/>
            <a:ext cx="5788025" cy="3857625"/>
          </a:xfrm>
          <a:noFill/>
          <a:ln>
            <a:solidFill>
              <a:srgbClr val="000000"/>
            </a:solidFill>
            <a:miter/>
            <a:headEnd type="none"/>
            <a:tailEnd type="none"/>
          </a:ln>
        </p:spPr>
        <p:txBody>
          <a:bodyPr wrap="square"/>
          <a:lstStyle/>
          <a:p>
            <a:endParaRPr dirty="0"/>
          </a:p>
        </p:txBody>
      </p:sp>
      <p:sp>
        <p:nvSpPr>
          <p:cNvPr id="225283" name="Notes Placeholder 2"/>
          <p:cNvSpPr>
            <a:spLocks noGrp="1"/>
          </p:cNvSpPr>
          <p:nvPr>
            <p:ph type="body" idx="1"/>
          </p:nvPr>
        </p:nvSpPr>
        <p:spPr bwMode="auto">
          <a:xfrm>
            <a:off x="1828800" y="4886325"/>
            <a:ext cx="14630400" cy="4629150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 numCol="1" anchor="t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 altLang="en-US" dirty="0"/>
          </a:p>
        </p:txBody>
      </p:sp>
      <p:sp>
        <p:nvSpPr>
          <p:cNvPr id="225284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/>
            <a:headEnd type="none"/>
            <a:tailEnd type="none"/>
          </a:ln>
        </p:spPr>
        <p:txBody>
          <a:bodyPr wrap="square"/>
          <a:lstStyle/>
          <a:p>
            <a:fld id="{133D0C2D-C568-4B83-B014-AF09EDF823BF}" type="slidenum">
              <a:rPr lang="en-US" altLang="en-US" dirty="0"/>
              <a:pPr/>
              <a:t>11</a:t>
            </a:fld>
            <a:endParaRPr lang="en-US" altLang="en-US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82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6249988" y="771525"/>
            <a:ext cx="5788025" cy="3857625"/>
          </a:xfrm>
          <a:noFill/>
          <a:ln>
            <a:solidFill>
              <a:srgbClr val="000000"/>
            </a:solidFill>
            <a:miter/>
            <a:headEnd type="none"/>
            <a:tailEnd type="none"/>
          </a:ln>
        </p:spPr>
        <p:txBody>
          <a:bodyPr wrap="square"/>
          <a:lstStyle/>
          <a:p>
            <a:endParaRPr dirty="0"/>
          </a:p>
        </p:txBody>
      </p:sp>
      <p:sp>
        <p:nvSpPr>
          <p:cNvPr id="225283" name="Notes Placeholder 2"/>
          <p:cNvSpPr>
            <a:spLocks noGrp="1"/>
          </p:cNvSpPr>
          <p:nvPr>
            <p:ph type="body" idx="1"/>
          </p:nvPr>
        </p:nvSpPr>
        <p:spPr bwMode="auto">
          <a:xfrm>
            <a:off x="1828800" y="4886325"/>
            <a:ext cx="14630400" cy="4629150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 numCol="1" anchor="t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 altLang="en-US" dirty="0"/>
          </a:p>
        </p:txBody>
      </p:sp>
      <p:sp>
        <p:nvSpPr>
          <p:cNvPr id="225284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/>
            <a:headEnd type="none"/>
            <a:tailEnd type="none"/>
          </a:ln>
        </p:spPr>
        <p:txBody>
          <a:bodyPr wrap="square"/>
          <a:lstStyle/>
          <a:p>
            <a:fld id="{133D0C2D-C568-4B83-B014-AF09EDF823BF}" type="slidenum">
              <a:rPr lang="en-US" altLang="en-US" dirty="0"/>
              <a:pPr/>
              <a:t>12</a:t>
            </a:fld>
            <a:endParaRPr lang="en-US" alt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10"/>
          </p:nvPr>
        </p:nvSpPr>
        <p:spPr bwMode="white">
          <a:xfrm>
            <a:off x="752077" y="590152"/>
            <a:ext cx="9295607" cy="6019007"/>
          </a:xfrm>
          <a:prstGeom prst="rect">
            <a:avLst/>
          </a:prstGeom>
          <a:ln>
            <a:headEnd type="none"/>
            <a:tailEnd type="none"/>
          </a:ln>
        </p:spPr>
        <p:txBody>
          <a:bodyPr wrap="square"/>
          <a:lstStyle/>
          <a:p>
            <a:endParaRPr lang="en-IN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>
            <a:picLocks noChangeAspect="1"/>
          </p:cNvPicPr>
          <p:nvPr/>
        </p:nvPicPr>
        <p:blipFill>
          <a:blip r:embed="rId2">
            <a:lum/>
          </a:blip>
          <a:srcRect/>
          <a:stretch>
            <a:fillRect/>
          </a:stretch>
        </p:blipFill>
        <p:spPr bwMode="white">
          <a:xfrm>
            <a:off x="9796088" y="231965"/>
            <a:ext cx="928104" cy="439957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17" name="bg object 17"/>
          <p:cNvSpPr>
            <a:spLocks/>
          </p:cNvSpPr>
          <p:nvPr/>
        </p:nvSpPr>
        <p:spPr bwMode="white">
          <a:xfrm>
            <a:off x="10296911" y="2219356"/>
            <a:ext cx="502864" cy="1813605"/>
          </a:xfrm>
          <a:custGeom>
            <a:avLst/>
            <a:gdLst/>
            <a:ahLst/>
            <a:cxnLst/>
            <a:rect l="l" t="t" r="r" b="b"/>
            <a:pathLst>
              <a:path w="851534" h="2591435">
                <a:moveTo>
                  <a:pt x="851519" y="2586241"/>
                </a:moveTo>
                <a:lnTo>
                  <a:pt x="764782" y="2590945"/>
                </a:lnTo>
                <a:lnTo>
                  <a:pt x="751956" y="2589844"/>
                </a:lnTo>
                <a:lnTo>
                  <a:pt x="740138" y="2585360"/>
                </a:lnTo>
                <a:lnTo>
                  <a:pt x="6033" y="1310720"/>
                </a:lnTo>
                <a:lnTo>
                  <a:pt x="0" y="1286184"/>
                </a:lnTo>
                <a:lnTo>
                  <a:pt x="2172" y="1273733"/>
                </a:lnTo>
                <a:lnTo>
                  <a:pt x="7768" y="1262139"/>
                </a:lnTo>
                <a:lnTo>
                  <a:pt x="851519" y="0"/>
                </a:lnTo>
                <a:lnTo>
                  <a:pt x="851519" y="2586241"/>
                </a:lnTo>
                <a:close/>
              </a:path>
            </a:pathLst>
          </a:custGeom>
          <a:solidFill>
            <a:srgbClr val="FFF1ED">
              <a:alpha val="39999"/>
            </a:srgbClr>
          </a:solidFill>
          <a:ln>
            <a:headEnd type="none"/>
            <a:tailEnd type="none"/>
          </a:ln>
        </p:spPr>
        <p:txBody>
          <a:bodyPr wrap="square" lIns="0" tIns="0" rIns="0" bIns="0"/>
          <a:lstStyle/>
          <a:p>
            <a:endParaRPr dirty="0"/>
          </a:p>
        </p:txBody>
      </p:sp>
      <p:pic>
        <p:nvPicPr>
          <p:cNvPr id="19" name="bg object 19"/>
          <p:cNvPicPr>
            <a:picLocks noChangeAspect="1"/>
          </p:cNvPicPr>
          <p:nvPr/>
        </p:nvPicPr>
        <p:blipFill>
          <a:blip r:embed="rId3">
            <a:lum/>
          </a:blip>
          <a:srcRect/>
          <a:stretch>
            <a:fillRect/>
          </a:stretch>
        </p:blipFill>
        <p:spPr bwMode="white">
          <a:xfrm>
            <a:off x="3601617" y="7031228"/>
            <a:ext cx="7198147" cy="168085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20" name="bg object 20"/>
          <p:cNvPicPr>
            <a:picLocks noChangeAspect="1"/>
          </p:cNvPicPr>
          <p:nvPr/>
        </p:nvPicPr>
        <p:blipFill>
          <a:blip r:embed="rId4">
            <a:lum/>
          </a:blip>
          <a:srcRect/>
          <a:stretch>
            <a:fillRect/>
          </a:stretch>
        </p:blipFill>
        <p:spPr bwMode="white">
          <a:xfrm>
            <a:off x="6243750" y="6690183"/>
            <a:ext cx="712667" cy="46535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21" name="bg object 21"/>
          <p:cNvPicPr>
            <a:picLocks noChangeAspect="1"/>
          </p:cNvPicPr>
          <p:nvPr/>
        </p:nvPicPr>
        <p:blipFill>
          <a:blip r:embed="rId5">
            <a:lum/>
          </a:blip>
          <a:srcRect/>
          <a:stretch>
            <a:fillRect/>
          </a:stretch>
        </p:blipFill>
        <p:spPr bwMode="white">
          <a:xfrm>
            <a:off x="6243749" y="646"/>
            <a:ext cx="712667" cy="465350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22" name="bg object 22"/>
          <p:cNvPicPr>
            <a:picLocks noChangeAspect="1"/>
          </p:cNvPicPr>
          <p:nvPr/>
        </p:nvPicPr>
        <p:blipFill>
          <a:blip r:embed="rId6">
            <a:lum/>
          </a:blip>
          <a:srcRect/>
          <a:stretch>
            <a:fillRect/>
          </a:stretch>
        </p:blipFill>
        <p:spPr bwMode="white">
          <a:xfrm>
            <a:off x="3828395" y="2150423"/>
            <a:ext cx="713543" cy="462648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23" name="bg object 23"/>
          <p:cNvPicPr>
            <a:picLocks noChangeAspect="1"/>
          </p:cNvPicPr>
          <p:nvPr/>
        </p:nvPicPr>
        <p:blipFill>
          <a:blip r:embed="rId7">
            <a:lum/>
          </a:blip>
          <a:srcRect/>
          <a:stretch>
            <a:fillRect/>
          </a:stretch>
        </p:blipFill>
        <p:spPr bwMode="white">
          <a:xfrm>
            <a:off x="6400368" y="4579120"/>
            <a:ext cx="713543" cy="462648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24" name="bg object 24"/>
          <p:cNvPicPr>
            <a:picLocks noChangeAspect="1"/>
          </p:cNvPicPr>
          <p:nvPr/>
        </p:nvPicPr>
        <p:blipFill>
          <a:blip r:embed="rId8">
            <a:lum/>
          </a:blip>
          <a:srcRect/>
          <a:stretch>
            <a:fillRect/>
          </a:stretch>
        </p:blipFill>
        <p:spPr bwMode="white">
          <a:xfrm>
            <a:off x="1422724" y="4495864"/>
            <a:ext cx="713543" cy="462648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25" name="bg object 25"/>
          <p:cNvPicPr>
            <a:picLocks noChangeAspect="1"/>
          </p:cNvPicPr>
          <p:nvPr/>
        </p:nvPicPr>
        <p:blipFill>
          <a:blip r:embed="rId9">
            <a:lum/>
          </a:blip>
          <a:srcRect/>
          <a:stretch>
            <a:fillRect/>
          </a:stretch>
        </p:blipFill>
        <p:spPr bwMode="white">
          <a:xfrm>
            <a:off x="6949644" y="1259094"/>
            <a:ext cx="713543" cy="462648"/>
          </a:xfrm>
          <a:prstGeom prst="rect">
            <a:avLst/>
          </a:prstGeom>
          <a:ln>
            <a:headEnd type="none"/>
            <a:tailEnd type="none"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bject 25"/>
          <p:cNvPicPr>
            <a:picLocks noChangeAspect="1"/>
          </p:cNvPicPr>
          <p:nvPr/>
        </p:nvPicPr>
        <p:blipFill>
          <a:blip r:embed="rId4">
            <a:lum/>
          </a:blip>
          <a:srcRect/>
          <a:stretch>
            <a:fillRect/>
          </a:stretch>
        </p:blipFill>
        <p:spPr bwMode="white">
          <a:xfrm>
            <a:off x="1" y="1"/>
            <a:ext cx="6945115" cy="160089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9" name="object 24"/>
          <p:cNvPicPr>
            <a:picLocks noChangeAspect="1"/>
          </p:cNvPicPr>
          <p:nvPr/>
        </p:nvPicPr>
        <p:blipFill>
          <a:blip r:embed="rId5">
            <a:lum/>
          </a:blip>
          <a:srcRect/>
          <a:stretch>
            <a:fillRect/>
          </a:stretch>
        </p:blipFill>
        <p:spPr bwMode="white">
          <a:xfrm>
            <a:off x="3601617" y="7031228"/>
            <a:ext cx="7198147" cy="168085"/>
          </a:xfrm>
          <a:prstGeom prst="rect">
            <a:avLst/>
          </a:prstGeom>
          <a:ln>
            <a:headEnd type="none"/>
            <a:tailEnd type="none"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4" r:id="rId2"/>
  </p:sldLayoutIdLst>
  <p:txStyles>
    <p:titleStyle>
      <a:lvl1pPr>
        <a:defRPr dirty="0">
          <a:latin typeface="+mj-lt"/>
          <a:ea typeface="+mj-ea"/>
          <a:cs typeface="+mj-cs"/>
        </a:defRPr>
      </a:lvl1pPr>
    </p:titleStyle>
    <p:bodyStyle>
      <a:lvl1pPr marL="0">
        <a:defRPr dirty="0">
          <a:latin typeface="+mn-lt"/>
          <a:ea typeface="+mn-ea"/>
          <a:cs typeface="+mn-cs"/>
        </a:defRPr>
      </a:lvl1pPr>
      <a:lvl2pPr marL="287990">
        <a:defRPr dirty="0">
          <a:latin typeface="+mn-lt"/>
          <a:ea typeface="+mn-ea"/>
          <a:cs typeface="+mn-cs"/>
        </a:defRPr>
      </a:lvl2pPr>
      <a:lvl3pPr marL="575981">
        <a:defRPr dirty="0">
          <a:latin typeface="+mn-lt"/>
          <a:ea typeface="+mn-ea"/>
          <a:cs typeface="+mn-cs"/>
        </a:defRPr>
      </a:lvl3pPr>
      <a:lvl4pPr marL="863971">
        <a:defRPr dirty="0">
          <a:latin typeface="+mn-lt"/>
          <a:ea typeface="+mn-ea"/>
          <a:cs typeface="+mn-cs"/>
        </a:defRPr>
      </a:lvl4pPr>
      <a:lvl5pPr marL="1151961">
        <a:defRPr dirty="0">
          <a:latin typeface="+mn-lt"/>
          <a:ea typeface="+mn-ea"/>
          <a:cs typeface="+mn-cs"/>
        </a:defRPr>
      </a:lvl5pPr>
      <a:lvl6pPr marL="1439951">
        <a:defRPr dirty="0">
          <a:latin typeface="+mn-lt"/>
          <a:ea typeface="+mn-ea"/>
          <a:cs typeface="+mn-cs"/>
        </a:defRPr>
      </a:lvl6pPr>
      <a:lvl7pPr marL="1727942">
        <a:defRPr dirty="0">
          <a:latin typeface="+mn-lt"/>
          <a:ea typeface="+mn-ea"/>
          <a:cs typeface="+mn-cs"/>
        </a:defRPr>
      </a:lvl7pPr>
      <a:lvl8pPr marL="2015932">
        <a:defRPr dirty="0">
          <a:latin typeface="+mn-lt"/>
          <a:ea typeface="+mn-ea"/>
          <a:cs typeface="+mn-cs"/>
        </a:defRPr>
      </a:lvl8pPr>
      <a:lvl9pPr marL="2303922">
        <a:defRPr dirty="0">
          <a:latin typeface="+mn-lt"/>
          <a:ea typeface="+mn-ea"/>
          <a:cs typeface="+mn-cs"/>
        </a:defRPr>
      </a:lvl9pPr>
    </p:bodyStyle>
    <p:otherStyle>
      <a:lvl1pPr marL="0">
        <a:defRPr dirty="0">
          <a:latin typeface="+mn-lt"/>
          <a:ea typeface="+mn-ea"/>
          <a:cs typeface="+mn-cs"/>
        </a:defRPr>
      </a:lvl1pPr>
      <a:lvl2pPr marL="287990">
        <a:defRPr dirty="0">
          <a:latin typeface="+mn-lt"/>
          <a:ea typeface="+mn-ea"/>
          <a:cs typeface="+mn-cs"/>
        </a:defRPr>
      </a:lvl2pPr>
      <a:lvl3pPr marL="575981">
        <a:defRPr dirty="0">
          <a:latin typeface="+mn-lt"/>
          <a:ea typeface="+mn-ea"/>
          <a:cs typeface="+mn-cs"/>
        </a:defRPr>
      </a:lvl3pPr>
      <a:lvl4pPr marL="863971">
        <a:defRPr dirty="0">
          <a:latin typeface="+mn-lt"/>
          <a:ea typeface="+mn-ea"/>
          <a:cs typeface="+mn-cs"/>
        </a:defRPr>
      </a:lvl4pPr>
      <a:lvl5pPr marL="1151961">
        <a:defRPr dirty="0">
          <a:latin typeface="+mn-lt"/>
          <a:ea typeface="+mn-ea"/>
          <a:cs typeface="+mn-cs"/>
        </a:defRPr>
      </a:lvl5pPr>
      <a:lvl6pPr marL="1439951">
        <a:defRPr dirty="0">
          <a:latin typeface="+mn-lt"/>
          <a:ea typeface="+mn-ea"/>
          <a:cs typeface="+mn-cs"/>
        </a:defRPr>
      </a:lvl6pPr>
      <a:lvl7pPr marL="1727942">
        <a:defRPr dirty="0">
          <a:latin typeface="+mn-lt"/>
          <a:ea typeface="+mn-ea"/>
          <a:cs typeface="+mn-cs"/>
        </a:defRPr>
      </a:lvl7pPr>
      <a:lvl8pPr marL="2015932">
        <a:defRPr dirty="0">
          <a:latin typeface="+mn-lt"/>
          <a:ea typeface="+mn-ea"/>
          <a:cs typeface="+mn-cs"/>
        </a:defRPr>
      </a:lvl8pPr>
      <a:lvl9pPr marL="2303922">
        <a:defRPr dirty="0"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14"/>
          <p:cNvPicPr>
            <a:picLocks noChangeAspect="1"/>
          </p:cNvPicPr>
          <p:nvPr/>
        </p:nvPicPr>
        <p:blipFill>
          <a:blip r:embed="rId3">
            <a:lum/>
          </a:blip>
          <a:srcRect/>
          <a:stretch>
            <a:fillRect/>
          </a:stretch>
        </p:blipFill>
        <p:spPr bwMode="white">
          <a:xfrm>
            <a:off x="9286081" y="94456"/>
            <a:ext cx="1428060" cy="510012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7" name="TextBox 1"/>
          <p:cNvSpPr txBox="1">
            <a:spLocks noChangeArrowheads="1"/>
          </p:cNvSpPr>
          <p:nvPr/>
        </p:nvSpPr>
        <p:spPr bwMode="white">
          <a:xfrm>
            <a:off x="0" y="3055552"/>
            <a:ext cx="10799763" cy="1088208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 lIns="163284" tIns="81642" rIns="163284" bIns="81642">
            <a:spAutoFit/>
          </a:bodyPr>
          <a:lstStyle/>
          <a:p>
            <a:pPr algn="ctr" defTabSz="1632844"/>
            <a:r>
              <a:rPr lang="en-US" sz="6000" b="1" dirty="0">
                <a:latin typeface="Calibri (Headings)"/>
                <a:cs typeface="Arial Black"/>
              </a:rPr>
              <a:t>Madurai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16"/>
          <p:cNvSpPr txBox="1">
            <a:spLocks noChangeArrowheads="1"/>
          </p:cNvSpPr>
          <p:nvPr/>
        </p:nvSpPr>
        <p:spPr bwMode="auto">
          <a:xfrm>
            <a:off x="0" y="6647656"/>
            <a:ext cx="10799764" cy="304800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 lIns="163284" tIns="81642" rIns="163284" bIns="81642" anchor="ctr"/>
          <a:lstStyle>
            <a:lvl1pPr marL="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/>
            <a:r>
              <a:rPr lang="en-GB" altLang="en-US" sz="1700" b="1" dirty="0">
                <a:latin typeface="+mj-lt"/>
                <a:sym typeface="+mn-ea"/>
              </a:rPr>
              <a:t>Yanaikkal junction</a:t>
            </a:r>
            <a:r>
              <a:rPr lang="en-GB" altLang="en-US" sz="1600" b="1" dirty="0">
                <a:sym typeface="+mn-ea"/>
              </a:rPr>
              <a:t>  20x20</a:t>
            </a:r>
            <a:endParaRPr lang="en-US" altLang="en-US" sz="1600" b="1" dirty="0">
              <a:sym typeface="+mn-ea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lum/>
          </a:blip>
          <a:srcRect/>
          <a:stretch>
            <a:fillRect/>
          </a:stretch>
        </p:blipFill>
        <p:spPr bwMode="white">
          <a:xfrm>
            <a:off x="675481" y="551656"/>
            <a:ext cx="9448801" cy="6096000"/>
          </a:xfrm>
          <a:prstGeom prst="rect">
            <a:avLst/>
          </a:prstGeom>
          <a:ln>
            <a:headEnd type="none"/>
            <a:tailEnd type="none"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16"/>
          <p:cNvSpPr txBox="1">
            <a:spLocks noChangeArrowheads="1"/>
          </p:cNvSpPr>
          <p:nvPr/>
        </p:nvSpPr>
        <p:spPr bwMode="auto">
          <a:xfrm>
            <a:off x="0" y="6647656"/>
            <a:ext cx="10799764" cy="304800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 lIns="163284" tIns="81642" rIns="163284" bIns="81642" anchor="ctr"/>
          <a:lstStyle>
            <a:lvl1pPr marL="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/>
            <a:r>
              <a:rPr lang="en-GB" altLang="en-US" sz="1700" b="1" dirty="0">
                <a:latin typeface="+mj-lt"/>
                <a:sym typeface="+mn-ea"/>
              </a:rPr>
              <a:t>Simakkal Madura Coats Bridge towards Goripalayam</a:t>
            </a:r>
            <a:r>
              <a:rPr lang="en-GB" altLang="en-US" sz="1600" b="1" dirty="0">
                <a:sym typeface="+mn-ea"/>
              </a:rPr>
              <a:t>  20X20</a:t>
            </a:r>
            <a:endParaRPr lang="en-US" altLang="en-US" sz="1600" b="1" dirty="0">
              <a:sym typeface="+mn-ea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lum/>
          </a:blip>
          <a:srcRect/>
          <a:stretch>
            <a:fillRect/>
          </a:stretch>
        </p:blipFill>
        <p:spPr bwMode="white">
          <a:xfrm>
            <a:off x="675481" y="551656"/>
            <a:ext cx="9448801" cy="6096000"/>
          </a:xfrm>
          <a:prstGeom prst="rect">
            <a:avLst/>
          </a:prstGeom>
          <a:ln>
            <a:headEnd type="none"/>
            <a:tailEnd type="none"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16"/>
          <p:cNvSpPr txBox="1">
            <a:spLocks noChangeArrowheads="1"/>
          </p:cNvSpPr>
          <p:nvPr/>
        </p:nvSpPr>
        <p:spPr bwMode="auto">
          <a:xfrm>
            <a:off x="0" y="6647656"/>
            <a:ext cx="10799764" cy="304800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 lIns="163284" tIns="81642" rIns="163284" bIns="81642" anchor="ctr"/>
          <a:lstStyle>
            <a:lvl1pPr marL="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/>
            <a:r>
              <a:rPr lang="en-GB" altLang="en-US" sz="1700" b="1" dirty="0">
                <a:latin typeface="+mj-lt"/>
                <a:sym typeface="+mn-ea"/>
              </a:rPr>
              <a:t>Arapalayam Bus stand</a:t>
            </a:r>
            <a:r>
              <a:rPr lang="en-GB" altLang="en-US" sz="1600" b="1" dirty="0">
                <a:sym typeface="+mn-ea"/>
              </a:rPr>
              <a:t>  40X14</a:t>
            </a:r>
            <a:endParaRPr lang="en-US" altLang="en-US" sz="1600" b="1" dirty="0">
              <a:sym typeface="+mn-ea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lum/>
          </a:blip>
          <a:srcRect/>
          <a:stretch>
            <a:fillRect/>
          </a:stretch>
        </p:blipFill>
        <p:spPr bwMode="white">
          <a:xfrm>
            <a:off x="675481" y="551656"/>
            <a:ext cx="9448801" cy="6096000"/>
          </a:xfrm>
          <a:prstGeom prst="rect">
            <a:avLst/>
          </a:prstGeom>
          <a:ln>
            <a:headEnd type="none"/>
            <a:tailEnd type="none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16"/>
          <p:cNvSpPr txBox="1">
            <a:spLocks noChangeArrowheads="1"/>
          </p:cNvSpPr>
          <p:nvPr/>
        </p:nvSpPr>
        <p:spPr bwMode="auto">
          <a:xfrm>
            <a:off x="0" y="6647656"/>
            <a:ext cx="10799764" cy="304800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 lIns="163284" tIns="81642" rIns="163284" bIns="81642" anchor="ctr"/>
          <a:lstStyle>
            <a:lvl1pPr marL="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/>
            <a:r>
              <a:rPr lang="en-GB" altLang="en-US" sz="1700" b="1" dirty="0">
                <a:latin typeface="+mj-lt"/>
                <a:sym typeface="+mn-ea"/>
              </a:rPr>
              <a:t>South Veli Street towards Periyar Bus Stand</a:t>
            </a:r>
            <a:r>
              <a:rPr lang="en-GB" altLang="en-US" sz="1600" b="1" dirty="0">
                <a:sym typeface="+mn-ea"/>
              </a:rPr>
              <a:t>  20x20</a:t>
            </a:r>
            <a:endParaRPr lang="en-US" altLang="en-US" sz="1600" b="1" dirty="0">
              <a:sym typeface="+mn-ea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lum/>
          </a:blip>
          <a:srcRect/>
          <a:stretch>
            <a:fillRect/>
          </a:stretch>
        </p:blipFill>
        <p:spPr bwMode="white">
          <a:xfrm>
            <a:off x="675481" y="551656"/>
            <a:ext cx="9448801" cy="6096000"/>
          </a:xfrm>
          <a:prstGeom prst="rect">
            <a:avLst/>
          </a:prstGeom>
          <a:ln>
            <a:headEnd type="none"/>
            <a:tailEnd type="none"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16"/>
          <p:cNvSpPr txBox="1">
            <a:spLocks noChangeArrowheads="1"/>
          </p:cNvSpPr>
          <p:nvPr/>
        </p:nvSpPr>
        <p:spPr bwMode="auto">
          <a:xfrm>
            <a:off x="0" y="6647656"/>
            <a:ext cx="10799764" cy="304800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 lIns="163284" tIns="81642" rIns="163284" bIns="81642" anchor="ctr"/>
          <a:lstStyle>
            <a:lvl1pPr marL="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/>
            <a:r>
              <a:rPr lang="en-GB" altLang="en-US" sz="1700" b="1" dirty="0">
                <a:latin typeface="+mj-lt"/>
                <a:sym typeface="+mn-ea"/>
              </a:rPr>
              <a:t>Arasaradi towards kalavasal Junction</a:t>
            </a:r>
            <a:r>
              <a:rPr lang="en-GB" altLang="en-US" sz="1600" b="1" dirty="0">
                <a:sym typeface="+mn-ea"/>
              </a:rPr>
              <a:t>  25x25</a:t>
            </a:r>
            <a:endParaRPr lang="en-US" altLang="en-US" sz="1600" b="1" dirty="0">
              <a:sym typeface="+mn-ea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lum/>
          </a:blip>
          <a:srcRect/>
          <a:stretch>
            <a:fillRect/>
          </a:stretch>
        </p:blipFill>
        <p:spPr bwMode="white">
          <a:xfrm>
            <a:off x="675481" y="551656"/>
            <a:ext cx="9448801" cy="6096000"/>
          </a:xfrm>
          <a:prstGeom prst="rect">
            <a:avLst/>
          </a:prstGeom>
          <a:ln>
            <a:headEnd type="none"/>
            <a:tailEnd type="none"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16"/>
          <p:cNvSpPr txBox="1">
            <a:spLocks noChangeArrowheads="1"/>
          </p:cNvSpPr>
          <p:nvPr/>
        </p:nvSpPr>
        <p:spPr bwMode="auto">
          <a:xfrm>
            <a:off x="0" y="6647656"/>
            <a:ext cx="10799764" cy="304800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 lIns="163284" tIns="81642" rIns="163284" bIns="81642" anchor="ctr"/>
          <a:lstStyle>
            <a:lvl1pPr marL="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/>
            <a:r>
              <a:rPr lang="en-GB" altLang="en-US" sz="1700" b="1" dirty="0">
                <a:latin typeface="+mj-lt"/>
                <a:sym typeface="+mn-ea"/>
              </a:rPr>
              <a:t>Nagamalai Pudhukottai(Virattipathu) towards Kalavasal</a:t>
            </a:r>
            <a:r>
              <a:rPr lang="en-GB" altLang="en-US" sz="1600" b="1" dirty="0">
                <a:sym typeface="+mn-ea"/>
              </a:rPr>
              <a:t>  20X20</a:t>
            </a:r>
            <a:endParaRPr lang="en-US" altLang="en-US" sz="1600" b="1" dirty="0">
              <a:sym typeface="+mn-ea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lum/>
          </a:blip>
          <a:srcRect/>
          <a:stretch>
            <a:fillRect/>
          </a:stretch>
        </p:blipFill>
        <p:spPr bwMode="white">
          <a:xfrm>
            <a:off x="675481" y="551656"/>
            <a:ext cx="9448801" cy="6096000"/>
          </a:xfrm>
          <a:prstGeom prst="rect">
            <a:avLst/>
          </a:prstGeom>
          <a:ln>
            <a:headEnd type="none"/>
            <a:tailEnd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16"/>
          <p:cNvSpPr txBox="1">
            <a:spLocks noChangeArrowheads="1"/>
          </p:cNvSpPr>
          <p:nvPr/>
        </p:nvSpPr>
        <p:spPr bwMode="auto">
          <a:xfrm>
            <a:off x="0" y="6647656"/>
            <a:ext cx="10799764" cy="304800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 lIns="163284" tIns="81642" rIns="163284" bIns="81642" anchor="ctr"/>
          <a:lstStyle>
            <a:lvl1pPr marL="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/>
            <a:r>
              <a:rPr lang="en-GB" altLang="en-US" sz="1700" b="1" dirty="0">
                <a:latin typeface="+mj-lt"/>
                <a:sym typeface="+mn-ea"/>
              </a:rPr>
              <a:t>Kalavasal - Near Reliance Bazzar</a:t>
            </a:r>
            <a:r>
              <a:rPr lang="en-GB" altLang="en-US" sz="1600" b="1" dirty="0">
                <a:sym typeface="+mn-ea"/>
              </a:rPr>
              <a:t>  25x25</a:t>
            </a:r>
            <a:endParaRPr lang="en-US" altLang="en-US" sz="1600" b="1" dirty="0">
              <a:sym typeface="+mn-ea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lum/>
          </a:blip>
          <a:srcRect/>
          <a:stretch>
            <a:fillRect/>
          </a:stretch>
        </p:blipFill>
        <p:spPr bwMode="white">
          <a:xfrm>
            <a:off x="675481" y="551656"/>
            <a:ext cx="9448801" cy="6096000"/>
          </a:xfrm>
          <a:prstGeom prst="rect">
            <a:avLst/>
          </a:prstGeom>
          <a:ln>
            <a:headEnd type="none"/>
            <a:tailEnd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16"/>
          <p:cNvSpPr txBox="1">
            <a:spLocks noChangeArrowheads="1"/>
          </p:cNvSpPr>
          <p:nvPr/>
        </p:nvSpPr>
        <p:spPr bwMode="auto">
          <a:xfrm>
            <a:off x="0" y="6647656"/>
            <a:ext cx="10799764" cy="304800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 lIns="163284" tIns="81642" rIns="163284" bIns="81642" anchor="ctr"/>
          <a:lstStyle>
            <a:lvl1pPr marL="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/>
            <a:r>
              <a:rPr lang="en-GB" altLang="en-US" sz="1700" b="1" dirty="0">
                <a:latin typeface="+mj-lt"/>
                <a:sym typeface="+mn-ea"/>
              </a:rPr>
              <a:t>Alagappan Nagar towards Periyar</a:t>
            </a:r>
            <a:r>
              <a:rPr lang="en-GB" altLang="en-US" sz="1600" b="1" dirty="0">
                <a:sym typeface="+mn-ea"/>
              </a:rPr>
              <a:t>  25X25</a:t>
            </a:r>
            <a:endParaRPr lang="en-US" altLang="en-US" sz="1600" b="1" dirty="0">
              <a:sym typeface="+mn-ea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lum/>
          </a:blip>
          <a:srcRect/>
          <a:stretch>
            <a:fillRect/>
          </a:stretch>
        </p:blipFill>
        <p:spPr bwMode="white">
          <a:xfrm>
            <a:off x="675481" y="551656"/>
            <a:ext cx="9448801" cy="6096000"/>
          </a:xfrm>
          <a:prstGeom prst="rect">
            <a:avLst/>
          </a:prstGeom>
          <a:ln>
            <a:headEnd type="none"/>
            <a:tailEnd type="none"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16"/>
          <p:cNvSpPr txBox="1">
            <a:spLocks noChangeArrowheads="1"/>
          </p:cNvSpPr>
          <p:nvPr/>
        </p:nvSpPr>
        <p:spPr bwMode="auto">
          <a:xfrm>
            <a:off x="0" y="6647656"/>
            <a:ext cx="10799764" cy="304800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 lIns="163284" tIns="81642" rIns="163284" bIns="81642" anchor="ctr"/>
          <a:lstStyle>
            <a:lvl1pPr marL="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/>
            <a:r>
              <a:rPr lang="en-GB" altLang="en-US" sz="1700" b="1" dirty="0">
                <a:latin typeface="+mj-lt"/>
                <a:sym typeface="+mn-ea"/>
              </a:rPr>
              <a:t>Southgate bridge</a:t>
            </a:r>
            <a:r>
              <a:rPr lang="en-GB" altLang="en-US" sz="1600" b="1" dirty="0">
                <a:sym typeface="+mn-ea"/>
              </a:rPr>
              <a:t>  25x14</a:t>
            </a:r>
            <a:endParaRPr lang="en-US" altLang="en-US" sz="1600" b="1" dirty="0">
              <a:sym typeface="+mn-ea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lum/>
          </a:blip>
          <a:srcRect/>
          <a:stretch>
            <a:fillRect/>
          </a:stretch>
        </p:blipFill>
        <p:spPr bwMode="white">
          <a:xfrm>
            <a:off x="675481" y="551656"/>
            <a:ext cx="9448801" cy="6096000"/>
          </a:xfrm>
          <a:prstGeom prst="rect">
            <a:avLst/>
          </a:prstGeom>
          <a:ln>
            <a:headEnd type="none"/>
            <a:tailEnd type="none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16"/>
          <p:cNvSpPr txBox="1">
            <a:spLocks noChangeArrowheads="1"/>
          </p:cNvSpPr>
          <p:nvPr/>
        </p:nvSpPr>
        <p:spPr bwMode="auto">
          <a:xfrm>
            <a:off x="0" y="6647656"/>
            <a:ext cx="10799764" cy="304800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 lIns="163284" tIns="81642" rIns="163284" bIns="81642" anchor="ctr"/>
          <a:lstStyle>
            <a:lvl1pPr marL="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/>
            <a:r>
              <a:rPr lang="en-GB" altLang="en-US" sz="1700" b="1" dirty="0">
                <a:latin typeface="+mj-lt"/>
                <a:sym typeface="+mn-ea"/>
              </a:rPr>
              <a:t>P&amp;T Nagar towards Anaiyur</a:t>
            </a:r>
            <a:r>
              <a:rPr lang="en-GB" altLang="en-US" sz="1600" b="1" dirty="0">
                <a:sym typeface="+mn-ea"/>
              </a:rPr>
              <a:t>  40X20</a:t>
            </a:r>
            <a:endParaRPr lang="en-US" altLang="en-US" sz="1600" b="1" dirty="0">
              <a:sym typeface="+mn-ea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lum/>
          </a:blip>
          <a:srcRect/>
          <a:stretch>
            <a:fillRect/>
          </a:stretch>
        </p:blipFill>
        <p:spPr bwMode="white">
          <a:xfrm>
            <a:off x="675481" y="551656"/>
            <a:ext cx="9448801" cy="6096000"/>
          </a:xfrm>
          <a:prstGeom prst="rect">
            <a:avLst/>
          </a:prstGeom>
          <a:ln>
            <a:headEnd type="none"/>
            <a:tailEnd type="none"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16"/>
          <p:cNvSpPr txBox="1">
            <a:spLocks noChangeArrowheads="1"/>
          </p:cNvSpPr>
          <p:nvPr/>
        </p:nvSpPr>
        <p:spPr bwMode="auto">
          <a:xfrm>
            <a:off x="0" y="6647656"/>
            <a:ext cx="10799764" cy="304800"/>
          </a:xfrm>
          <a:prstGeom prst="rect">
            <a:avLst/>
          </a:prstGeom>
          <a:noFill/>
          <a:ln>
            <a:headEnd type="none"/>
            <a:tailEnd type="none"/>
          </a:ln>
        </p:spPr>
        <p:txBody>
          <a:bodyPr wrap="square" lIns="163284" tIns="81642" rIns="163284" bIns="81642" anchor="ctr"/>
          <a:lstStyle>
            <a:lvl1pPr marL="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/>
            <a:r>
              <a:rPr lang="en-GB" altLang="en-US" sz="1700" b="1" dirty="0">
                <a:latin typeface="+mj-lt"/>
                <a:sym typeface="+mn-ea"/>
              </a:rPr>
              <a:t>Avaniyapuram Near D Mart towards Airport</a:t>
            </a:r>
            <a:r>
              <a:rPr lang="en-GB" altLang="en-US" sz="1600" b="1" dirty="0">
                <a:sym typeface="+mn-ea"/>
              </a:rPr>
              <a:t>  25X25</a:t>
            </a:r>
            <a:endParaRPr lang="en-US" altLang="en-US" sz="1600" b="1" dirty="0">
              <a:sym typeface="+mn-ea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lum/>
          </a:blip>
          <a:srcRect/>
          <a:stretch>
            <a:fillRect/>
          </a:stretch>
        </p:blipFill>
        <p:spPr bwMode="white">
          <a:xfrm>
            <a:off x="675481" y="551656"/>
            <a:ext cx="9448801" cy="6096000"/>
          </a:xfrm>
          <a:prstGeom prst="rect">
            <a:avLst/>
          </a:prstGeom>
          <a:ln>
            <a:headEnd type="none"/>
            <a:tailEnd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506F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/>
        </a:gradFill>
      </a:fillStyleLst>
      <a:lnStyleLst>
        <a:ln w="9525" cap="flat">
          <a:solidFill>
            <a:schemeClr val="phClr">
              <a:shade val="95000"/>
              <a:satMod val="105000"/>
            </a:schemeClr>
          </a:solidFill>
          <a:prstDash val="solid"/>
          <a:headEnd type="none"/>
          <a:tailEnd type="none"/>
        </a:ln>
        <a:ln w="25400" cap="flat">
          <a:solidFill>
            <a:schemeClr val="phClr"/>
          </a:solidFill>
          <a:prstDash val="solid"/>
          <a:headEnd type="none"/>
          <a:tailEnd type="none"/>
        </a:ln>
        <a:ln w="38100" cap="flat">
          <a:solidFill>
            <a:schemeClr val="phClr"/>
          </a:solidFill>
          <a:prstDash val="solid"/>
          <a:headEnd type="none"/>
          <a:tailEnd type="none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/>
        </a:gradFill>
      </a:fillStyleLst>
      <a:lnStyleLst>
        <a:ln w="9525" cap="flat">
          <a:solidFill>
            <a:schemeClr val="phClr">
              <a:shade val="95000"/>
              <a:satMod val="105000"/>
            </a:schemeClr>
          </a:solidFill>
          <a:prstDash val="solid"/>
          <a:headEnd type="none"/>
          <a:tailEnd type="none"/>
        </a:ln>
        <a:ln w="25400" cap="flat">
          <a:solidFill>
            <a:schemeClr val="phClr"/>
          </a:solidFill>
          <a:prstDash val="solid"/>
          <a:headEnd type="none"/>
          <a:tailEnd type="none"/>
        </a:ln>
        <a:ln w="38100" cap="flat">
          <a:solidFill>
            <a:schemeClr val="phClr"/>
          </a:solidFill>
          <a:prstDash val="solid"/>
          <a:headEnd type="none"/>
          <a:tailEnd type="none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364</TotalTime>
  <Pages>0</Pages>
  <Words>72</Words>
  <Characters>0</Characters>
  <Application>Microsoft Office PowerPoint</Application>
  <PresentationFormat>Custom</PresentationFormat>
  <Lines>0</Lines>
  <Paragraphs>24</Paragraphs>
  <Slides>12</Slides>
  <Notes>12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Office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Chennai &amp; Bengaluru Plan</dc:title>
  <dc:creator>Kishore Kannan</dc:creator>
  <cp:keywords>DAHEXTXRQn4,BAHDuC2LtxA,0</cp:keywords>
  <cp:lastModifiedBy>User</cp:lastModifiedBy>
  <cp:revision>286</cp:revision>
  <dcterms:created xsi:type="dcterms:W3CDTF">2026-03-21T06:33:53Z</dcterms:created>
  <dcterms:modified xsi:type="dcterms:W3CDTF">2026-09-08T11:23:52Z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2026-03-19T00:00:00Z</vt:filetime>
  </property>
  <property fmtid="{D5CDD505-2E9C-101B-9397-08002B2CF9AE}" pid="3" name="Creator">
    <vt:lpwstr>Canva</vt:lpwstr>
  </property>
  <property fmtid="{D5CDD505-2E9C-101B-9397-08002B2CF9AE}" pid="4" name="LastSaved">
    <vt:filetime>2026-03-21T00:00:00Z</vt:filetime>
  </property>
  <property fmtid="{D5CDD505-2E9C-101B-9397-08002B2CF9AE}" pid="5" name="NXPowerLiteLastOptimized">
    <vt:lpwstr>3860198</vt:lpwstr>
  </property>
  <property fmtid="{D5CDD505-2E9C-101B-9397-08002B2CF9AE}" pid="6" name="NXPowerLiteSettings">
    <vt:lpwstr>F7000400038000</vt:lpwstr>
  </property>
  <property fmtid="{D5CDD505-2E9C-101B-9397-08002B2CF9AE}" pid="7" name="NXPowerLiteVersion">
    <vt:lpwstr>S11.0.1</vt:lpwstr>
  </property>
  <property fmtid="{D5CDD505-2E9C-101B-9397-08002B2CF9AE}" pid="8" name="Producer">
    <vt:lpwstr>iLovePDF</vt:lpwstr>
  </property>
  <property fmtid="{D5CDD505-2E9C-101B-9397-08002B2CF9AE}" pid="9" name="containsAiGeneratedContent">
    <vt:lpwstr>Yes</vt:lpwstr>
  </property>
</Properties>
</file>